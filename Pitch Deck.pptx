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7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49" r:id="rId9"/>
    <p:sldId id="333" r:id="rId10"/>
    <p:sldId id="323" r:id="rId11"/>
    <p:sldId id="324" r:id="rId12"/>
    <p:sldId id="320" r:id="rId13"/>
    <p:sldId id="358" r:id="rId14"/>
    <p:sldId id="343" r:id="rId15"/>
    <p:sldId id="321" r:id="rId16"/>
  </p:sldIdLst>
  <p:sldSz cx="9144000" cy="5143500" type="screen16x9"/>
  <p:notesSz cx="6858000" cy="9144000"/>
  <p:embeddedFontLst>
    <p:embeddedFont>
      <p:font typeface="Maven Pro" panose="020B0604020202020204" charset="0"/>
      <p:regular r:id="rId18"/>
      <p:bold r:id="rId19"/>
    </p:embeddedFont>
    <p:embeddedFont>
      <p:font typeface="Press Start 2P" panose="00000500000000000000" pitchFamily="2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5130"/>
    <a:srgbClr val="BD6A62"/>
    <a:srgbClr val="8F4D57"/>
    <a:srgbClr val="3B7D4F"/>
    <a:srgbClr val="FF2121"/>
    <a:srgbClr val="800000"/>
    <a:srgbClr val="52333F"/>
    <a:srgbClr val="F6CA15"/>
    <a:srgbClr val="33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0.png"/><Relationship Id="rId3" Type="http://schemas.openxmlformats.org/officeDocument/2006/relationships/image" Target="../media/image6.png"/><Relationship Id="rId7" Type="http://schemas.openxmlformats.org/officeDocument/2006/relationships/image" Target="../media/image16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9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6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29.jpeg"/><Relationship Id="rId7" Type="http://schemas.openxmlformats.org/officeDocument/2006/relationships/image" Target="../media/image32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30.jpeg"/><Relationship Id="rId9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jpeg"/><Relationship Id="rId13" Type="http://schemas.openxmlformats.org/officeDocument/2006/relationships/image" Target="../media/image39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jpeg"/><Relationship Id="rId11" Type="http://schemas.microsoft.com/office/2007/relationships/hdphoto" Target="../media/hdphoto3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37.png"/><Relationship Id="rId4" Type="http://schemas.openxmlformats.org/officeDocument/2006/relationships/image" Target="../media/image34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54006" y="894615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528997" y="1686831"/>
            <a:ext cx="6086006" cy="1663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inside a demon-possessed horror ride.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 and burn tickets to unlock new items, areas, and even more madness.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4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554654" y="1017558"/>
            <a:ext cx="368570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 —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03648" y="1027615"/>
            <a:ext cx="3873094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growing telenovela of weird characters, new places, and escalating insanity.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2304480" y="1021093"/>
            <a:ext cx="4804863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551888" y="3370513"/>
            <a:ext cx="501859" cy="681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own son.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Son of the Devil.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ride...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649099" y="1933328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639289" y="4148685"/>
            <a:ext cx="2267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to unlock new items, areas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649099" y="2563205"/>
            <a:ext cx="216259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442356" y="2255171"/>
            <a:ext cx="39958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462278" y="2563206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641646" y="2886087"/>
            <a:ext cx="1902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Meet NPCs and access secret areas.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4850290" y="2148551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30463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232230" y="1424119"/>
            <a:ext cx="2394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Hunt for the magnetic card to unlock the next ride stage.</a:t>
            </a:r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68D4D4AA-8C57-37AC-AD0A-33A42CE4828E}"/>
              </a:ext>
            </a:extLst>
          </p:cNvPr>
          <p:cNvSpPr/>
          <p:nvPr/>
        </p:nvSpPr>
        <p:spPr>
          <a:xfrm rot="10800000">
            <a:off x="5324913" y="1947779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38" name="Arrow: Down 37">
            <a:extLst>
              <a:ext uri="{FF2B5EF4-FFF2-40B4-BE49-F238E27FC236}">
                <a16:creationId xmlns:a16="http://schemas.microsoft.com/office/drawing/2014/main" id="{9059070F-FD41-928E-4523-444A62E7C665}"/>
              </a:ext>
            </a:extLst>
          </p:cNvPr>
          <p:cNvSpPr/>
          <p:nvPr/>
        </p:nvSpPr>
        <p:spPr>
          <a:xfrm>
            <a:off x="7352708" y="2538528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764613" y="2815891"/>
            <a:ext cx="3747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706814" y="2147847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181226" y="2278265"/>
            <a:ext cx="39958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7795752" y="1436795"/>
            <a:ext cx="464478" cy="867025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3"/>
            <a:ext cx="4030762" cy="2232215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6443F6-96A1-668F-0B3C-E9FF69AC9489}"/>
              </a:ext>
            </a:extLst>
          </p:cNvPr>
          <p:cNvSpPr txBox="1"/>
          <p:nvPr/>
        </p:nvSpPr>
        <p:spPr>
          <a:xfrm>
            <a:off x="4548478" y="3593273"/>
            <a:ext cx="2336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Dying means losing all accumulated tickets.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5433042" y="951589"/>
            <a:ext cx="2257678" cy="299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5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1726" y="3804539"/>
            <a:ext cx="435758" cy="290506"/>
          </a:xfrm>
          <a:prstGeom prst="rect">
            <a:avLst/>
          </a:prstGeom>
        </p:spPr>
      </p:pic>
      <p:pic>
        <p:nvPicPr>
          <p:cNvPr id="60" name="Picture 5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49BF274-106B-4CF0-8515-F7C7668D7C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53343" y="3545577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62" name="Picture 61" descr="A red and yellow pixelated object&#10;&#10;AI-generated content may be incorrect.">
            <a:extLst>
              <a:ext uri="{FF2B5EF4-FFF2-40B4-BE49-F238E27FC236}">
                <a16:creationId xmlns:a16="http://schemas.microsoft.com/office/drawing/2014/main" id="{C7E42A3F-8DF9-03BB-2BB4-1CD2543590A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921369" y="1535351"/>
            <a:ext cx="283521" cy="220516"/>
          </a:xfrm>
          <a:prstGeom prst="rect">
            <a:avLst/>
          </a:prstGeom>
        </p:spPr>
      </p:pic>
      <p:sp>
        <p:nvSpPr>
          <p:cNvPr id="4" name="Arrow: Bent 3">
            <a:extLst>
              <a:ext uri="{FF2B5EF4-FFF2-40B4-BE49-F238E27FC236}">
                <a16:creationId xmlns:a16="http://schemas.microsoft.com/office/drawing/2014/main" id="{990EE24B-C5C0-0DC7-02E9-70170F00DA3E}"/>
              </a:ext>
            </a:extLst>
          </p:cNvPr>
          <p:cNvSpPr/>
          <p:nvPr/>
        </p:nvSpPr>
        <p:spPr>
          <a:xfrm rot="10800000">
            <a:off x="4892306" y="3671901"/>
            <a:ext cx="1902754" cy="846287"/>
          </a:xfrm>
          <a:prstGeom prst="bentArrow">
            <a:avLst>
              <a:gd name="adj1" fmla="val 13363"/>
              <a:gd name="adj2" fmla="val 14604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6184EF-F341-0ED4-EA64-82A999D0EBE1}"/>
              </a:ext>
            </a:extLst>
          </p:cNvPr>
          <p:cNvSpPr txBox="1"/>
          <p:nvPr/>
        </p:nvSpPr>
        <p:spPr>
          <a:xfrm>
            <a:off x="3533717" y="4230306"/>
            <a:ext cx="138765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Back to</a:t>
            </a:r>
          </a:p>
          <a:p>
            <a:pPr algn="ctr">
              <a:lnSpc>
                <a:spcPct val="150000"/>
              </a:lnSpc>
            </a:pPr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5299F4-6182-4B4D-7ECC-36A2C40FFA84}"/>
              </a:ext>
            </a:extLst>
          </p:cNvPr>
          <p:cNvSpPr txBox="1"/>
          <p:nvPr/>
        </p:nvSpPr>
        <p:spPr>
          <a:xfrm>
            <a:off x="6884896" y="3613487"/>
            <a:ext cx="18192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Save is disabled during runs.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96121" y="2759512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Percival's C64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16470" y="3110319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05689" y="857253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05689" y="2875353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531796" y="1857267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89526" y="857253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172" y="1152008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8334" y="2075659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515" y="2979140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55515" y="1078924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05689" y="1866303"/>
            <a:ext cx="3266311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Thingies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items you can equip for odd jobs—dig,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6513" y="2029945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663909" y="3996725"/>
            <a:ext cx="590612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Every run wipes your inventory clean — nothing leaves the ride. Collect, combine, and adapt with whatever bizarre tools you find along the way.</a:t>
            </a:r>
          </a:p>
        </p:txBody>
      </p:sp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203302"/>
              </p:ext>
            </p:extLst>
          </p:nvPr>
        </p:nvGraphicFramePr>
        <p:xfrm>
          <a:off x="-285805" y="80682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285805" y="80682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engine, fully optimized for PC &amp;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20–30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2140" y="3362385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4086</TotalTime>
  <Words>949</Words>
  <Application>Microsoft Office PowerPoint</Application>
  <PresentationFormat>On-screen Show (16:9)</PresentationFormat>
  <Paragraphs>148</Paragraphs>
  <Slides>15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Maven Pro</vt:lpstr>
      <vt:lpstr>Press Start 2P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832</cp:revision>
  <dcterms:modified xsi:type="dcterms:W3CDTF">2025-10-16T17:03:50Z</dcterms:modified>
</cp:coreProperties>
</file>