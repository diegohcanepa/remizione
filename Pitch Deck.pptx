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51" r:id="rId5"/>
    <p:sldId id="345" r:id="rId6"/>
    <p:sldId id="355" r:id="rId7"/>
    <p:sldId id="359" r:id="rId8"/>
    <p:sldId id="357" r:id="rId9"/>
    <p:sldId id="360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4D57"/>
    <a:srgbClr val="92293B"/>
    <a:srgbClr val="CC0000"/>
    <a:srgbClr val="800000"/>
    <a:srgbClr val="660033"/>
    <a:srgbClr val="AB5130"/>
    <a:srgbClr val="BD6A62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5D4EEF1-22BC-8F2F-AF99-4A23D727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C64BAC3B-C235-B798-52ED-4DD4BA51BB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3726753-B895-7379-2C40-2F22EE7459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20212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png"/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12" Type="http://schemas.openxmlformats.org/officeDocument/2006/relationships/image" Target="../media/image22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9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6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11" Type="http://schemas.microsoft.com/office/2007/relationships/hdphoto" Target="../media/hdphoto3.wdp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82605" y="819653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974391" y="4622801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7130" y="4000617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793004" y="4622800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17986" y="3954648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658485" y="1549804"/>
            <a:ext cx="5769832" cy="202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chasing the story that could finally make their magazine famous and win them a Pulitzer.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215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87365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tension,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resets your collected loot, but permanent progress and unlocks carry over between attempts.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16971" y="962531"/>
            <a:ext cx="42272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3" y="4261362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 I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215" y="1642615"/>
            <a:ext cx="304582" cy="42922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3853" y="1667050"/>
            <a:ext cx="264652" cy="3905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958970" y="1588662"/>
            <a:ext cx="160200" cy="567299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51019" y="1516234"/>
            <a:ext cx="414445" cy="59206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529620" y="1498060"/>
            <a:ext cx="704528" cy="5920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7394" y="1397097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5030241" y="2751905"/>
            <a:ext cx="3495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Mandinga’s own domain: intense action, caves, dungeons, strange rooms and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(no save)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8285" y="348741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354187" y="2790078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74432" y="3125168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59257" y="1775951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523861" y="4333966"/>
            <a:ext cx="25294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 and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3858" y="708142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82810" y="2253160"/>
            <a:ext cx="206168" cy="206168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50103" y="1168553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21620" y="2487889"/>
            <a:ext cx="203246" cy="281298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541070" y="1886072"/>
            <a:ext cx="185172" cy="335305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808974" y="3296245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16677" y="3256920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340975">
            <a:off x="5570855" y="3532613"/>
            <a:ext cx="310280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5539920" y="3826948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machines</a:t>
            </a:r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6350528" y="3482532"/>
            <a:ext cx="287098" cy="17668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6544777" y="3453134"/>
            <a:ext cx="7763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2275787" y="3136211"/>
            <a:ext cx="21428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memory chips</a:t>
            </a:r>
          </a:p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upgrade Percival’s computer RAM.</a:t>
            </a:r>
          </a:p>
        </p:txBody>
      </p:sp>
      <p:pic>
        <p:nvPicPr>
          <p:cNvPr id="22" name="Picture 21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23986D78-F83B-EE18-234A-4EACCA75FE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8640333">
            <a:off x="4078288" y="2795434"/>
            <a:ext cx="434499" cy="271930"/>
          </a:xfrm>
          <a:prstGeom prst="rect">
            <a:avLst/>
          </a:prstGeom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639011" y="4279129"/>
            <a:ext cx="225791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become available.</a:t>
            </a: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1A3D11EA-7586-8655-7250-D4381D4B7002}"/>
              </a:ext>
            </a:extLst>
          </p:cNvPr>
          <p:cNvSpPr/>
          <p:nvPr/>
        </p:nvSpPr>
        <p:spPr>
          <a:xfrm>
            <a:off x="1768625" y="4099590"/>
            <a:ext cx="118556" cy="16582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7" name="Picture 36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4E8CE347-3092-64C8-C890-0249E32FB46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3911" y="1794508"/>
            <a:ext cx="545063" cy="450270"/>
          </a:xfrm>
          <a:prstGeom prst="rect">
            <a:avLst/>
          </a:prstGeom>
        </p:spPr>
      </p:pic>
      <p:pic>
        <p:nvPicPr>
          <p:cNvPr id="2" name="Picture 1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99FFA4CA-0ED8-5955-EF69-92FDE96DE5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60668" y="2155810"/>
            <a:ext cx="206168" cy="206168"/>
          </a:xfrm>
          <a:prstGeom prst="rect">
            <a:avLst/>
          </a:prstGeom>
        </p:spPr>
      </p:pic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29828" y="1348353"/>
            <a:ext cx="304710" cy="30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1BFC34CC-3240-40BA-8EB7-960471872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deo game scene with a cave and a window">
            <a:extLst>
              <a:ext uri="{FF2B5EF4-FFF2-40B4-BE49-F238E27FC236}">
                <a16:creationId xmlns:a16="http://schemas.microsoft.com/office/drawing/2014/main" id="{944AA5A7-87A4-6267-FC1F-D26C9354EF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E548C760-2CB6-C370-45EE-BA57E159DD1C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 II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AACD9289-8BCE-E1CC-E47F-BD7801EAAD90}"/>
              </a:ext>
            </a:extLst>
          </p:cNvPr>
          <p:cNvSpPr txBox="1">
            <a:spLocks/>
          </p:cNvSpPr>
          <p:nvPr/>
        </p:nvSpPr>
        <p:spPr>
          <a:xfrm>
            <a:off x="794210" y="886551"/>
            <a:ext cx="3548628" cy="949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1. Theme Park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abandoned amusement park hub, built in a flat 2D view. It feels more exploratory and narrative-driven. Players use the corrupted ATM to unlock upgrades, powered by memory chips collected during runs—expanding the system and revealing new items and secrets as the park evolves.</a:t>
            </a:r>
          </a:p>
        </p:txBody>
      </p:sp>
      <p:sp>
        <p:nvSpPr>
          <p:cNvPr id="28" name="Google Shape;1000;p37">
            <a:extLst>
              <a:ext uri="{FF2B5EF4-FFF2-40B4-BE49-F238E27FC236}">
                <a16:creationId xmlns:a16="http://schemas.microsoft.com/office/drawing/2014/main" id="{E8A80284-BD8E-B36B-0716-31E73AA22597}"/>
              </a:ext>
            </a:extLst>
          </p:cNvPr>
          <p:cNvSpPr txBox="1">
            <a:spLocks/>
          </p:cNvSpPr>
          <p:nvPr/>
        </p:nvSpPr>
        <p:spPr>
          <a:xfrm>
            <a:off x="794210" y="2978750"/>
            <a:ext cx="3440242" cy="949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2. Loading Zone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short, hand-crafted transition area in isometric 2.5D. It sets the tone before entering the ride, populated by eerie figures tied to the curse of Mandinga.</a:t>
            </a:r>
          </a:p>
        </p:txBody>
      </p:sp>
      <p:sp>
        <p:nvSpPr>
          <p:cNvPr id="29" name="Google Shape;1000;p37">
            <a:extLst>
              <a:ext uri="{FF2B5EF4-FFF2-40B4-BE49-F238E27FC236}">
                <a16:creationId xmlns:a16="http://schemas.microsoft.com/office/drawing/2014/main" id="{87E66B70-0631-6E3F-2559-BB401E4116C1}"/>
              </a:ext>
            </a:extLst>
          </p:cNvPr>
          <p:cNvSpPr txBox="1">
            <a:spLocks/>
          </p:cNvSpPr>
          <p:nvPr/>
        </p:nvSpPr>
        <p:spPr>
          <a:xfrm>
            <a:off x="4572000" y="886551"/>
            <a:ext cx="3994879" cy="949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3. The Ride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2.5D environments styled after a deranged horror ride. Players collect Saint Peregrine coins to open the next stage — or descend into the Under-Ride to find missing ones, new items, and hidden paths.</a:t>
            </a:r>
          </a:p>
        </p:txBody>
      </p:sp>
      <p:sp>
        <p:nvSpPr>
          <p:cNvPr id="38" name="Google Shape;1000;p37">
            <a:extLst>
              <a:ext uri="{FF2B5EF4-FFF2-40B4-BE49-F238E27FC236}">
                <a16:creationId xmlns:a16="http://schemas.microsoft.com/office/drawing/2014/main" id="{DFED14CB-728A-3105-7903-B1916BC759A6}"/>
              </a:ext>
            </a:extLst>
          </p:cNvPr>
          <p:cNvSpPr txBox="1">
            <a:spLocks/>
          </p:cNvSpPr>
          <p:nvPr/>
        </p:nvSpPr>
        <p:spPr>
          <a:xfrm>
            <a:off x="4572000" y="2478336"/>
            <a:ext cx="3897443" cy="949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4. The Under-Ride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twisted domains beneath the attraction. Procedural 2D biomes filled with chaos and action. Coins, items, and secrets await in these depths — but true progress toward redemption happens above, in the Ride. After exploring, players must return to continue their ascent.</a:t>
            </a:r>
          </a:p>
        </p:txBody>
      </p:sp>
      <p:pic>
        <p:nvPicPr>
          <p:cNvPr id="45" name="Picture 4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2D478433-EA57-44F0-5A54-93ECAA3CD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62389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pic>
        <p:nvPicPr>
          <p:cNvPr id="7" name="Picture 6" descr="A screenshot of a video game">
            <a:extLst>
              <a:ext uri="{FF2B5EF4-FFF2-40B4-BE49-F238E27FC236}">
                <a16:creationId xmlns:a16="http://schemas.microsoft.com/office/drawing/2014/main" id="{67C76C6D-2EEB-6DEF-1CA9-77FD3895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55" y="787379"/>
            <a:ext cx="8477312" cy="373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engine. Includes proprietary scripting language plus 2D lighting system that enhances depth and atmosphere.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4774</TotalTime>
  <Words>1220</Words>
  <Application>Microsoft Office PowerPoint</Application>
  <PresentationFormat>On-screen Show (16:9)</PresentationFormat>
  <Paragraphs>155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994</cp:revision>
  <dcterms:modified xsi:type="dcterms:W3CDTF">2025-11-05T14:42:00Z</dcterms:modified>
</cp:coreProperties>
</file>