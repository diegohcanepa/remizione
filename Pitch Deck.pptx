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8F4D57"/>
    <a:srgbClr val="3B7D4F"/>
    <a:srgbClr val="FF2121"/>
    <a:srgbClr val="800000"/>
    <a:srgbClr val="52333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5" d="100"/>
          <a:sy n="125" d="100"/>
        </p:scale>
        <p:origin x="119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0.png"/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9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13" Type="http://schemas.openxmlformats.org/officeDocument/2006/relationships/image" Target="../media/image39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eg"/><Relationship Id="rId11" Type="http://schemas.microsoft.com/office/2007/relationships/hdphoto" Target="../media/hdphoto3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6086006" cy="1663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 and burn tickets to unlock new items, areas, and even more madness.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54654" y="1017558"/>
            <a:ext cx="368570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03648" y="1027615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weird characters, new places, and 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own son.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Son of the Devil.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ride...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649099" y="19333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639289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649099" y="2563205"/>
            <a:ext cx="216259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442356" y="2255171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462278" y="2563206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4850290" y="2148551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30463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232230" y="1424119"/>
            <a:ext cx="239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Hunt for the magnetic card to unlock the next ride stage.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68D4D4AA-8C57-37AC-AD0A-33A42CE4828E}"/>
              </a:ext>
            </a:extLst>
          </p:cNvPr>
          <p:cNvSpPr/>
          <p:nvPr/>
        </p:nvSpPr>
        <p:spPr>
          <a:xfrm rot="10800000">
            <a:off x="5324913" y="1947779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9059070F-FD41-928E-4523-444A62E7C665}"/>
              </a:ext>
            </a:extLst>
          </p:cNvPr>
          <p:cNvSpPr/>
          <p:nvPr/>
        </p:nvSpPr>
        <p:spPr>
          <a:xfrm>
            <a:off x="7352708" y="25385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15891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706814" y="2147847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181226" y="2278265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795752" y="1436795"/>
            <a:ext cx="464478" cy="867025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3"/>
            <a:ext cx="403076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548478" y="3593273"/>
            <a:ext cx="2336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5433042" y="951589"/>
            <a:ext cx="2257678" cy="29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1726" y="380453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343" y="3545577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2" name="Picture 61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C7E42A3F-8DF9-03BB-2BB4-1CD2543590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1369" y="1535351"/>
            <a:ext cx="283521" cy="220516"/>
          </a:xfrm>
          <a:prstGeom prst="rect">
            <a:avLst/>
          </a:prstGeom>
        </p:spPr>
      </p:pic>
      <p:sp>
        <p:nvSpPr>
          <p:cNvPr id="4" name="Arrow: Bent 3">
            <a:extLst>
              <a:ext uri="{FF2B5EF4-FFF2-40B4-BE49-F238E27FC236}">
                <a16:creationId xmlns:a16="http://schemas.microsoft.com/office/drawing/2014/main" id="{990EE24B-C5C0-0DC7-02E9-70170F00DA3E}"/>
              </a:ext>
            </a:extLst>
          </p:cNvPr>
          <p:cNvSpPr/>
          <p:nvPr/>
        </p:nvSpPr>
        <p:spPr>
          <a:xfrm rot="10800000">
            <a:off x="4892306" y="3671901"/>
            <a:ext cx="1902754" cy="846287"/>
          </a:xfrm>
          <a:prstGeom prst="bentArrow">
            <a:avLst>
              <a:gd name="adj1" fmla="val 13363"/>
              <a:gd name="adj2" fmla="val 14604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184EF-F341-0ED4-EA64-82A999D0EBE1}"/>
              </a:ext>
            </a:extLst>
          </p:cNvPr>
          <p:cNvSpPr txBox="1"/>
          <p:nvPr/>
        </p:nvSpPr>
        <p:spPr>
          <a:xfrm>
            <a:off x="3533717" y="4230306"/>
            <a:ext cx="138765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Back to</a:t>
            </a:r>
          </a:p>
          <a:p>
            <a:pPr algn="ctr">
              <a:lnSpc>
                <a:spcPct val="150000"/>
              </a:lnSpc>
            </a:pP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299F4-6182-4B4D-7ECC-36A2C40FFA84}"/>
              </a:ext>
            </a:extLst>
          </p:cNvPr>
          <p:cNvSpPr txBox="1"/>
          <p:nvPr/>
        </p:nvSpPr>
        <p:spPr>
          <a:xfrm>
            <a:off x="6884896" y="3613487"/>
            <a:ext cx="18192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Save is disabled during runs.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05689" y="85725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05689" y="2875353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531796" y="1857267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89526" y="857253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172" y="1152008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8334" y="2075659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515" y="2979140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55515" y="1078924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05689" y="1866303"/>
            <a:ext cx="3266311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6513" y="2029945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663909" y="3996725"/>
            <a:ext cx="590612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Every run wipes your inventory clean — nothing leaves the ride. Collect, combine, and adapt with whatever bizarre tools you find along the way.</a:t>
            </a:r>
          </a:p>
        </p:txBody>
      </p:sp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203302"/>
              </p:ext>
            </p:extLst>
          </p:nvPr>
        </p:nvGraphicFramePr>
        <p:xfrm>
          <a:off x="-285805" y="80682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285805" y="80682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486227" y="894843"/>
            <a:ext cx="617154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74670" y="2229445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4113</TotalTime>
  <Words>968</Words>
  <Application>Microsoft Office PowerPoint</Application>
  <PresentationFormat>On-screen Show (16:9)</PresentationFormat>
  <Paragraphs>141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Maven Pro</vt:lpstr>
      <vt:lpstr>Arial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839</cp:revision>
  <dcterms:modified xsi:type="dcterms:W3CDTF">2025-10-17T00:17:38Z</dcterms:modified>
</cp:coreProperties>
</file>