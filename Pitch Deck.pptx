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6A62"/>
    <a:srgbClr val="3B7D4F"/>
    <a:srgbClr val="000000"/>
    <a:srgbClr val="8F4D57"/>
    <a:srgbClr val="AB5130"/>
    <a:srgbClr val="B73C05"/>
    <a:srgbClr val="862536"/>
    <a:srgbClr val="800000"/>
    <a:srgbClr val="92293B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8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microsoft.com/office/2007/relationships/hdphoto" Target="../media/hdphoto2.wdp"/><Relationship Id="rId3" Type="http://schemas.openxmlformats.org/officeDocument/2006/relationships/image" Target="../media/image8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8.png"/><Relationship Id="rId7" Type="http://schemas.openxmlformats.org/officeDocument/2006/relationships/image" Target="../media/image31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11" Type="http://schemas.microsoft.com/office/2007/relationships/hdphoto" Target="../media/hdphoto3.wdp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3.jpe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13" Type="http://schemas.openxmlformats.org/officeDocument/2006/relationships/image" Target="../media/image52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50.png"/><Relationship Id="rId4" Type="http://schemas.openxmlformats.org/officeDocument/2006/relationships/image" Target="../media/image4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9027" y="296673"/>
            <a:ext cx="6645945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E0B97F6-64F4-EF3B-9E86-673E4277FB65}"/>
              </a:ext>
            </a:extLst>
          </p:cNvPr>
          <p:cNvSpPr txBox="1">
            <a:spLocks/>
          </p:cNvSpPr>
          <p:nvPr/>
        </p:nvSpPr>
        <p:spPr>
          <a:xfrm>
            <a:off x="2463150" y="4581117"/>
            <a:ext cx="4217698" cy="32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Exploration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Story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629608" y="968315"/>
            <a:ext cx="3987363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and absurd/acid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801883" y="968315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hell rings,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629608" y="1997238"/>
            <a:ext cx="4032336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801883" y="2306251"/>
            <a:ext cx="3540144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76AAC8-E755-1048-679A-3A94C6642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</a:t>
            </a:r>
            <a:r>
              <a:rPr lang="en-US" sz="105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retro style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048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898" y="1016289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48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37612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64874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648740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10" y="1782711"/>
            <a:ext cx="68732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10" y="3629805"/>
            <a:ext cx="6749112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promised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127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381267" y="1383122"/>
            <a:ext cx="28763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dirty="0"/>
              <a:t>Find the gold coin needed to pay Saint Peregrine’s tithe and open the next tunnel.</a:t>
            </a:r>
            <a:endParaRPr lang="en-US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478" y="355238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922207" y="3553547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22016" y="3447949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340975">
            <a:off x="6898151" y="3643384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2960" y="3589436"/>
            <a:ext cx="189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and places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7283280" y="2221885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343" y="1391857"/>
            <a:ext cx="400110" cy="40011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93" y="2330364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258" y="3273541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57702" y="1331553"/>
            <a:ext cx="385463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333" y="2339882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 and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195k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6052</TotalTime>
  <Words>942</Words>
  <Application>Microsoft Office PowerPoint</Application>
  <PresentationFormat>On-screen Show (16:9)</PresentationFormat>
  <Paragraphs>138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Press Start 2P</vt:lpstr>
      <vt:lpstr>Maven Pro</vt:lpstr>
      <vt:lpstr>Arial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1209</cp:revision>
  <dcterms:modified xsi:type="dcterms:W3CDTF">2025-11-17T18:10:11Z</dcterms:modified>
</cp:coreProperties>
</file>