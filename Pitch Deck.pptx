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2"/>
  </p:notesMasterIdLst>
  <p:sldIdLst>
    <p:sldId id="330" r:id="rId2"/>
    <p:sldId id="260" r:id="rId3"/>
    <p:sldId id="350" r:id="rId4"/>
    <p:sldId id="351" r:id="rId5"/>
    <p:sldId id="345" r:id="rId6"/>
    <p:sldId id="352" r:id="rId7"/>
    <p:sldId id="353" r:id="rId8"/>
    <p:sldId id="349" r:id="rId9"/>
    <p:sldId id="333" r:id="rId10"/>
    <p:sldId id="354" r:id="rId11"/>
    <p:sldId id="348" r:id="rId12"/>
    <p:sldId id="331" r:id="rId13"/>
    <p:sldId id="335" r:id="rId14"/>
    <p:sldId id="337" r:id="rId15"/>
    <p:sldId id="323" r:id="rId16"/>
    <p:sldId id="324" r:id="rId17"/>
    <p:sldId id="326" r:id="rId18"/>
    <p:sldId id="320" r:id="rId19"/>
    <p:sldId id="343" r:id="rId20"/>
    <p:sldId id="321" r:id="rId21"/>
  </p:sldIdLst>
  <p:sldSz cx="9144000" cy="5143500" type="screen16x9"/>
  <p:notesSz cx="6858000" cy="9144000"/>
  <p:embeddedFontLst>
    <p:embeddedFont>
      <p:font typeface="Maven Pro" panose="020B0604020202020204" charset="0"/>
      <p:regular r:id="rId23"/>
      <p:bold r:id="rId24"/>
    </p:embeddedFont>
    <p:embeddedFont>
      <p:font typeface="Press Start 2P" panose="000005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F6CA15"/>
    <a:srgbClr val="333300"/>
    <a:srgbClr val="8F4D57"/>
    <a:srgbClr val="52333F"/>
    <a:srgbClr val="BD6A62"/>
    <a:srgbClr val="FFFFFF"/>
    <a:srgbClr val="800000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CC582F1-875B-7DBC-56D0-69B4298D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3DE2446-3686-79A4-B521-332AE46EF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86F04AE-24A5-AE20-9516-B53F10DC51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0345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D77629F1-C28F-E7BD-DF42-A3A4C616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F61061F-EBEF-2E37-5F82-0583EE2CBA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1060E7-B052-DC81-16DD-BB929EE13C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6732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9.png"/><Relationship Id="rId7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24.png"/><Relationship Id="rId5" Type="http://schemas.openxmlformats.org/officeDocument/2006/relationships/image" Target="../media/image7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9.jpeg"/><Relationship Id="rId7" Type="http://schemas.openxmlformats.org/officeDocument/2006/relationships/image" Target="../media/image32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jpeg"/><Relationship Id="rId5" Type="http://schemas.openxmlformats.org/officeDocument/2006/relationships/hyperlink" Target="https://store.steampowered.com/app/1702430/Vlad_Circus_Descend_Into_Madness/" TargetMode="External"/><Relationship Id="rId10" Type="http://schemas.openxmlformats.org/officeDocument/2006/relationships/image" Target="../media/image34.png"/><Relationship Id="rId4" Type="http://schemas.openxmlformats.org/officeDocument/2006/relationships/image" Target="../media/image30.jpe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8.png"/><Relationship Id="rId4" Type="http://schemas.openxmlformats.org/officeDocument/2006/relationships/image" Target="../media/image35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ride, where every cart is a one-way ticket to survival.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808836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27449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459695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9832"/>
            <a:ext cx="9144000" cy="39243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781862" y="926808"/>
            <a:ext cx="382401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LucasArts-style retro atmosphere fused with pixel art and roguelite tension—a mix of nostalgia, absurd humor, and unforgiving stakes.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758180" y="921972"/>
            <a:ext cx="343157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87230" y="3132113"/>
            <a:ext cx="539354" cy="79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3816142" cy="2579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remain one of the strongest indie genres, and our bizarre mix of humor, pixel art, and accessible combat positions the game to stand out in a crowded market.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attraction is now ruled by Mandinga—the Devil himself, who as a child dreamed of owning a horror ride his parents never allowed and he’s not giving it up now.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85928" y="4405480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1392" y="3704988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89386" y="4477426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86183" y="3848746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997FBA5-3F09-F15F-A2AB-8C6E1AE3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2E2772C-5B45-4704-2A2B-88ACF8FAB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ED57C0A1-77C4-2912-9899-7B0328EF15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59717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time limit. Defeat Mandinga’s corrupted dolls to absorb their electricity and ride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lasts 10–20 minutes Permadeath resets the run, but variety in items and events keeps every attempt fresh.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969AA04-ADE9-EC89-086F-6C31251A654E}"/>
              </a:ext>
            </a:extLst>
          </p:cNvPr>
          <p:cNvSpPr txBox="1">
            <a:spLocks/>
          </p:cNvSpPr>
          <p:nvPr/>
        </p:nvSpPr>
        <p:spPr>
          <a:xfrm>
            <a:off x="4854496" y="977475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Main characters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twin has a health bar and can unlock exclusive areas later shared between both.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to pick up, with depth coming from creative item use rather than hardcore reflexes.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4E9473-3793-705C-B00B-26195B76C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ACE079DE-E0F2-5FCC-56FF-6339543274B6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Mechanics</a:t>
            </a:r>
          </a:p>
        </p:txBody>
      </p:sp>
    </p:spTree>
    <p:extLst>
      <p:ext uri="{BB962C8B-B14F-4D97-AF65-F5344CB8AC3E}">
        <p14:creationId xmlns:p14="http://schemas.microsoft.com/office/powerpoint/2010/main" val="1051287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E38ADF0-45F2-45B5-B25D-15245679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28023F-E06D-45DE-424E-ACE6952548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26BEB04-602F-33C9-A64A-EB3502EAEE4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95897" y="975918"/>
            <a:ext cx="38069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Unpredictable layouts, traps, and encounters every run.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celebrities, with bizarre rewards (acid humor guaranteed).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Layers of mystery and long-term objectives beyond survival.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F66ECAC-3D79-E01B-9C08-632C4B880237}"/>
              </a:ext>
            </a:extLst>
          </p:cNvPr>
          <p:cNvSpPr txBox="1">
            <a:spLocks/>
          </p:cNvSpPr>
          <p:nvPr/>
        </p:nvSpPr>
        <p:spPr>
          <a:xfrm>
            <a:off x="4977353" y="975918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Darkness itself becomes an obstacle—sometimes only your items can pierce it.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or permanent states that twist your run (e.g., overeat fast food and end up gassy mid-fight).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0DE9CA4-9437-B209-8542-AA17F387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79EB114-CF29-4014-4633-B2B702CE2E9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1734967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219393" y="2086623"/>
            <a:ext cx="3325000" cy="8890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For example, overeat fast food and you might end up gassy, pausing mid-fight to clutch your stomach.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104175" y="1014663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108159" y="2135623"/>
            <a:ext cx="3241564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1104175" y="3242298"/>
            <a:ext cx="2995635" cy="98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170722" y="1022786"/>
            <a:ext cx="3430916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629" y="1096996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542" y="3242298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498" y="2092603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460" y="1012278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BA286E8-7F1E-64DD-8808-1CFF6270D9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24629" y="2022235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EF39-F619-3E1B-2A92-3B39F9652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video game screen of a video game">
            <a:extLst>
              <a:ext uri="{FF2B5EF4-FFF2-40B4-BE49-F238E27FC236}">
                <a16:creationId xmlns:a16="http://schemas.microsoft.com/office/drawing/2014/main" id="{4D55F528-D477-CABE-6C7F-E32F8E51A4C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ADA005-E790-D848-5000-CFE5A8549319}"/>
              </a:ext>
            </a:extLst>
          </p:cNvPr>
          <p:cNvSpPr txBox="1"/>
          <p:nvPr/>
        </p:nvSpPr>
        <p:spPr>
          <a:xfrm>
            <a:off x="3671683" y="1472447"/>
            <a:ext cx="179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303FC-6E87-43D3-8DA2-714D4130C689}"/>
              </a:ext>
            </a:extLst>
          </p:cNvPr>
          <p:cNvSpPr txBox="1"/>
          <p:nvPr/>
        </p:nvSpPr>
        <p:spPr>
          <a:xfrm>
            <a:off x="5832505" y="1510617"/>
            <a:ext cx="150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C101CC-9518-4E5A-B7FE-74167C745F9C}"/>
              </a:ext>
            </a:extLst>
          </p:cNvPr>
          <p:cNvSpPr txBox="1"/>
          <p:nvPr/>
        </p:nvSpPr>
        <p:spPr>
          <a:xfrm>
            <a:off x="4725709" y="2036840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E6C27-5280-DD08-6CA6-FC0F06AAD4F9}"/>
              </a:ext>
            </a:extLst>
          </p:cNvPr>
          <p:cNvSpPr txBox="1"/>
          <p:nvPr/>
        </p:nvSpPr>
        <p:spPr>
          <a:xfrm>
            <a:off x="1957878" y="2036840"/>
            <a:ext cx="143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B13D75A5-F2AB-10F1-CB9E-4CFCB2FF61ED}"/>
              </a:ext>
            </a:extLst>
          </p:cNvPr>
          <p:cNvSpPr/>
          <p:nvPr/>
        </p:nvSpPr>
        <p:spPr>
          <a:xfrm>
            <a:off x="2686002" y="1581794"/>
            <a:ext cx="1217970" cy="41549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2AA34E06-57F3-C5CA-246C-D36FED0794FE}"/>
              </a:ext>
            </a:extLst>
          </p:cNvPr>
          <p:cNvSpPr/>
          <p:nvPr/>
        </p:nvSpPr>
        <p:spPr>
          <a:xfrm rot="10800000">
            <a:off x="6225766" y="1944610"/>
            <a:ext cx="421312" cy="369331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690EB706-6F64-D870-290E-92FE54398975}"/>
              </a:ext>
            </a:extLst>
          </p:cNvPr>
          <p:cNvSpPr/>
          <p:nvPr/>
        </p:nvSpPr>
        <p:spPr>
          <a:xfrm rot="16200000">
            <a:off x="2803113" y="3333381"/>
            <a:ext cx="414225" cy="766927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1165AEAF-8E21-6787-59FD-382D7D88E7E1}"/>
              </a:ext>
            </a:extLst>
          </p:cNvPr>
          <p:cNvSpPr/>
          <p:nvPr/>
        </p:nvSpPr>
        <p:spPr>
          <a:xfrm>
            <a:off x="4072857" y="2113013"/>
            <a:ext cx="1015781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F06D8485-957F-172B-CC81-C93874D88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80748" y="1002160"/>
            <a:ext cx="278421" cy="41900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22C779F-9395-8E8D-C654-AA3B0A86C6D4}"/>
              </a:ext>
            </a:extLst>
          </p:cNvPr>
          <p:cNvSpPr/>
          <p:nvPr/>
        </p:nvSpPr>
        <p:spPr>
          <a:xfrm>
            <a:off x="5245880" y="1588713"/>
            <a:ext cx="820730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5D39C4-8030-7534-CE98-F31AD36CBD68}"/>
              </a:ext>
            </a:extLst>
          </p:cNvPr>
          <p:cNvSpPr/>
          <p:nvPr/>
        </p:nvSpPr>
        <p:spPr>
          <a:xfrm rot="5400000">
            <a:off x="5374340" y="2670267"/>
            <a:ext cx="572052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76C7C008-7BF5-286A-2ECA-32359EB5C70F}"/>
              </a:ext>
            </a:extLst>
          </p:cNvPr>
          <p:cNvSpPr/>
          <p:nvPr/>
        </p:nvSpPr>
        <p:spPr>
          <a:xfrm rot="16200000">
            <a:off x="4357274" y="2666833"/>
            <a:ext cx="404924" cy="107968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27BFC-9642-1FC4-C859-BF297E0E5923}"/>
              </a:ext>
            </a:extLst>
          </p:cNvPr>
          <p:cNvSpPr txBox="1"/>
          <p:nvPr/>
        </p:nvSpPr>
        <p:spPr>
          <a:xfrm>
            <a:off x="4563188" y="3016412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CB9046B2-02AA-583C-1995-848BA2D058DF}"/>
              </a:ext>
            </a:extLst>
          </p:cNvPr>
          <p:cNvSpPr/>
          <p:nvPr/>
        </p:nvSpPr>
        <p:spPr>
          <a:xfrm rot="10800000">
            <a:off x="4700266" y="3549884"/>
            <a:ext cx="1019925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1E9445-F552-DC00-43A5-2C512E23E500}"/>
              </a:ext>
            </a:extLst>
          </p:cNvPr>
          <p:cNvSpPr txBox="1"/>
          <p:nvPr/>
        </p:nvSpPr>
        <p:spPr>
          <a:xfrm>
            <a:off x="5561209" y="3575299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AE9BA-56A1-1E49-BDB9-3C7741D745B3}"/>
              </a:ext>
            </a:extLst>
          </p:cNvPr>
          <p:cNvSpPr txBox="1"/>
          <p:nvPr/>
        </p:nvSpPr>
        <p:spPr>
          <a:xfrm>
            <a:off x="3733657" y="257378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58F989B-FD15-7628-5903-8E0703C40E4B}"/>
              </a:ext>
            </a:extLst>
          </p:cNvPr>
          <p:cNvSpPr/>
          <p:nvPr/>
        </p:nvSpPr>
        <p:spPr>
          <a:xfrm rot="16200000">
            <a:off x="2440544" y="2659699"/>
            <a:ext cx="572054" cy="21161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071A1D-DD0C-508B-3D87-E6A924627D13}"/>
              </a:ext>
            </a:extLst>
          </p:cNvPr>
          <p:cNvSpPr txBox="1"/>
          <p:nvPr/>
        </p:nvSpPr>
        <p:spPr>
          <a:xfrm>
            <a:off x="3435687" y="3603407"/>
            <a:ext cx="128576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 to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7CD6E57-2E56-B7B7-AC9A-26A897F0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15668D-30E5-0F42-9DBC-A573154CEC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836584" y="4359863"/>
            <a:ext cx="335759" cy="167880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B173AB46-CC53-5249-CC84-08C7CB382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1553" y="1002160"/>
            <a:ext cx="283001" cy="4176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34FBC438-7E4E-5F9C-3251-1BD586CC39F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Gameplay Loop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3919A0-DB76-2DD1-A781-0BD8BEDCC8CE}"/>
              </a:ext>
            </a:extLst>
          </p:cNvPr>
          <p:cNvSpPr txBox="1"/>
          <p:nvPr/>
        </p:nvSpPr>
        <p:spPr>
          <a:xfrm>
            <a:off x="4956775" y="3104021"/>
            <a:ext cx="141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stage?</a:t>
            </a:r>
          </a:p>
        </p:txBody>
      </p:sp>
      <p:pic>
        <p:nvPicPr>
          <p:cNvPr id="33" name="Picture 32" descr="A pixelated cartoon of a person&#10;&#10;AI-generated content may be incorrect.">
            <a:extLst>
              <a:ext uri="{FF2B5EF4-FFF2-40B4-BE49-F238E27FC236}">
                <a16:creationId xmlns:a16="http://schemas.microsoft.com/office/drawing/2014/main" id="{612E389D-B7EA-BE22-6937-F177775CA0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1093" y="4175673"/>
            <a:ext cx="586525" cy="51002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817B05F6-2F34-2E36-6DF5-DD49F21B21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3370" y="1802858"/>
            <a:ext cx="285750" cy="286241"/>
          </a:xfrm>
          <a:prstGeom prst="rect">
            <a:avLst/>
          </a:prstGeom>
        </p:spPr>
      </p:pic>
      <p:pic>
        <p:nvPicPr>
          <p:cNvPr id="43" name="Picture 42" descr="A pixelated image of a yellow rectangular object&#10;&#10;AI-generated content may be incorrect.">
            <a:extLst>
              <a:ext uri="{FF2B5EF4-FFF2-40B4-BE49-F238E27FC236}">
                <a16:creationId xmlns:a16="http://schemas.microsoft.com/office/drawing/2014/main" id="{242FE0B8-86AB-03C8-43F8-EED5C8C7D5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35022" y="3191135"/>
            <a:ext cx="245713" cy="232062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94F18B31-4EE0-997C-F6F5-4B825886ED1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93687" y="2571750"/>
            <a:ext cx="381000" cy="4572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3" name="Picture 5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CF90A4AD-CACD-DD0F-2EAE-0B9C2BC1505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6158" y="1002160"/>
            <a:ext cx="575100" cy="50008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DF9EF179-0DCC-0FFA-A1B2-5D052543FEBF}"/>
              </a:ext>
            </a:extLst>
          </p:cNvPr>
          <p:cNvSpPr txBox="1"/>
          <p:nvPr/>
        </p:nvSpPr>
        <p:spPr>
          <a:xfrm>
            <a:off x="1988389" y="3102255"/>
            <a:ext cx="143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Collected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</p:spTree>
    <p:extLst>
      <p:ext uri="{BB962C8B-B14F-4D97-AF65-F5344CB8AC3E}">
        <p14:creationId xmlns:p14="http://schemas.microsoft.com/office/powerpoint/2010/main" val="3866244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733630" y="118379"/>
            <a:ext cx="2300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0297262-4441-1E24-7F61-AFC13D6CF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F11DA75-266F-FC66-E9C2-454461BDE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B3AE61E-DFA3-CD24-5FE2-1DEF7521A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3741654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engine, fully optimized for PC &amp; 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46676" y="894843"/>
            <a:ext cx="3746947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adventure:  expand content: bosses, biomes, items, full audio.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unique creatures, hundreds of bizarre items, narrative events, secrets, and twisted environments.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5409" y="894843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 and environment assets.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9855" y="1099377"/>
            <a:ext cx="3462822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</p:txBody>
      </p:sp>
      <p:sp>
        <p:nvSpPr>
          <p:cNvPr id="6" name="Google Shape;999;p37">
            <a:extLst>
              <a:ext uri="{FF2B5EF4-FFF2-40B4-BE49-F238E27FC236}">
                <a16:creationId xmlns:a16="http://schemas.microsoft.com/office/drawing/2014/main" id="{CC3F05C0-B662-CD5F-CE3D-00F6D5E7E6C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sp>
        <p:nvSpPr>
          <p:cNvPr id="11" name="Google Shape;1000;p37">
            <a:extLst>
              <a:ext uri="{FF2B5EF4-FFF2-40B4-BE49-F238E27FC236}">
                <a16:creationId xmlns:a16="http://schemas.microsoft.com/office/drawing/2014/main" id="{7E7048C3-05FD-4259-7150-DDEC27E3B893}"/>
              </a:ext>
            </a:extLst>
          </p:cNvPr>
          <p:cNvSpPr txBox="1">
            <a:spLocks/>
          </p:cNvSpPr>
          <p:nvPr/>
        </p:nvSpPr>
        <p:spPr>
          <a:xfrm>
            <a:off x="4956255" y="1088549"/>
            <a:ext cx="3376749" cy="112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08BE7F-9729-8408-C08D-02BEA6760E8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664084" y="4398246"/>
            <a:ext cx="284676" cy="142338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444014" y="3715024"/>
            <a:ext cx="512241" cy="760544"/>
          </a:xfrm>
          <a:prstGeom prst="rect">
            <a:avLst/>
          </a:prstGeom>
        </p:spPr>
      </p:pic>
      <p:pic>
        <p:nvPicPr>
          <p:cNvPr id="8" name="Picture 7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28691D-E798-91DD-1477-0B9A6A54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2884478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971" y="288447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22169" y="113377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23186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21598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pic>
        <p:nvPicPr>
          <p:cNvPr id="7" name="Picture 6" descr="A logo with a yellow ball and wings">
            <a:extLst>
              <a:ext uri="{FF2B5EF4-FFF2-40B4-BE49-F238E27FC236}">
                <a16:creationId xmlns:a16="http://schemas.microsoft.com/office/drawing/2014/main" id="{1E0A098E-35B3-919F-ACD1-30DE9683E7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4866" y="4461341"/>
            <a:ext cx="1230475" cy="6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3154</TotalTime>
  <Words>980</Words>
  <Application>Microsoft Office PowerPoint</Application>
  <PresentationFormat>On-screen Show (16:9)</PresentationFormat>
  <Paragraphs>163</Paragraphs>
  <Slides>20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Press Start 2P</vt:lpstr>
      <vt:lpstr>Maven Pro</vt:lpstr>
      <vt:lpstr>Arial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661</cp:revision>
  <dcterms:modified xsi:type="dcterms:W3CDTF">2025-09-11T14:21:30Z</dcterms:modified>
</cp:coreProperties>
</file>