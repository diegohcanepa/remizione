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8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59" r:id="rId9"/>
    <p:sldId id="349" r:id="rId10"/>
    <p:sldId id="333" r:id="rId11"/>
    <p:sldId id="323" r:id="rId12"/>
    <p:sldId id="324" r:id="rId13"/>
    <p:sldId id="320" r:id="rId14"/>
    <p:sldId id="358" r:id="rId15"/>
    <p:sldId id="343" r:id="rId16"/>
    <p:sldId id="321" r:id="rId17"/>
  </p:sldIdLst>
  <p:sldSz cx="9144000" cy="5143500" type="screen16x9"/>
  <p:notesSz cx="6858000" cy="9144000"/>
  <p:embeddedFontLst>
    <p:embeddedFont>
      <p:font typeface="Maven Pro" panose="020B0604020202020204" charset="0"/>
      <p:regular r:id="rId19"/>
      <p:bold r:id="rId20"/>
    </p:embeddedFont>
    <p:embeddedFont>
      <p:font typeface="Press Start 2P" panose="00000500000000000000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8F4D57"/>
    <a:srgbClr val="BD6A62"/>
    <a:srgbClr val="3B7D4F"/>
    <a:srgbClr val="AB5130"/>
    <a:srgbClr val="B73C05"/>
    <a:srgbClr val="862536"/>
    <a:srgbClr val="800000"/>
    <a:srgbClr val="92293B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41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8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7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microsoft.com/office/2007/relationships/hdphoto" Target="../media/hdphoto2.wdp"/><Relationship Id="rId3" Type="http://schemas.openxmlformats.org/officeDocument/2006/relationships/image" Target="../media/image8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15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Relationship Id="rId1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8.png"/><Relationship Id="rId7" Type="http://schemas.openxmlformats.org/officeDocument/2006/relationships/image" Target="../media/image31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11" Type="http://schemas.microsoft.com/office/2007/relationships/hdphoto" Target="../media/hdphoto3.wdp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2.jpeg"/><Relationship Id="rId7" Type="http://schemas.openxmlformats.org/officeDocument/2006/relationships/image" Target="../media/image45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3.jpeg"/><Relationship Id="rId9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jpeg"/><Relationship Id="rId13" Type="http://schemas.openxmlformats.org/officeDocument/2006/relationships/image" Target="../media/image52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50.png"/><Relationship Id="rId4" Type="http://schemas.openxmlformats.org/officeDocument/2006/relationships/image" Target="../media/image47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249027" y="296673"/>
            <a:ext cx="6645945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629608" y="968315"/>
            <a:ext cx="3987363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art, roguelite tension and absurd humor.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8415" y="3051282"/>
            <a:ext cx="3630083" cy="10237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procedural horror attraction with bizarre creatures, hidden secrets, captive celebrities and unpredictable surprises.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778920-B19E-2C1C-6175-A1083A3288C3}"/>
              </a:ext>
            </a:extLst>
          </p:cNvPr>
          <p:cNvSpPr txBox="1">
            <a:spLocks/>
          </p:cNvSpPr>
          <p:nvPr/>
        </p:nvSpPr>
        <p:spPr>
          <a:xfrm>
            <a:off x="629608" y="1992659"/>
            <a:ext cx="4032336" cy="821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twins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sibling has unique perks and flaws adding variety and humor to every playthrough.</a:t>
            </a:r>
          </a:p>
        </p:txBody>
      </p:sp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FB5A7B89-34D9-4A72-CB2B-D26EB177519F}"/>
              </a:ext>
            </a:extLst>
          </p:cNvPr>
          <p:cNvSpPr txBox="1">
            <a:spLocks/>
          </p:cNvSpPr>
          <p:nvPr/>
        </p:nvSpPr>
        <p:spPr>
          <a:xfrm>
            <a:off x="4801883" y="2301672"/>
            <a:ext cx="3540144" cy="1025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346E741B-3ED4-1CFC-3CA8-4EBBA9FB65AB}"/>
              </a:ext>
            </a:extLst>
          </p:cNvPr>
          <p:cNvSpPr txBox="1">
            <a:spLocks/>
          </p:cNvSpPr>
          <p:nvPr/>
        </p:nvSpPr>
        <p:spPr>
          <a:xfrm>
            <a:off x="4801882" y="969764"/>
            <a:ext cx="3592610" cy="1065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Hell Rings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layered descent into Mandinga’s domain, where each deeper ring brings harder rooms, stranger sights, and new discoveries.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0" y="957593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2" y="4501062"/>
            <a:ext cx="5518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Enhanced with a CRT-style filter for an authentic retro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048" y="1016282"/>
            <a:ext cx="430155" cy="645233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898" y="1016289"/>
            <a:ext cx="430150" cy="64522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248" y="3572147"/>
            <a:ext cx="935708" cy="85064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37612" y="1840368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0"/>
            <a:ext cx="664874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&amp; 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Twin journalists behind Mysterious Mysteries magazine. At 41, both still live with their mom, writing about the unknown while dodging adulthood and anything that looks like effort.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61910" y="2891498"/>
            <a:ext cx="6648740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61910" y="1782711"/>
            <a:ext cx="68732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 As a child he dreamed of having his own horror attraction. 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10" y="3629805"/>
            <a:ext cx="6749112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Famous designer of horror attractions. His masterpiece Remizione promised a journey through purgatory. On opening day, he and a group of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1127" y="2891498"/>
            <a:ext cx="533742" cy="76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2847539" y="208880"/>
            <a:ext cx="3439188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1126328" y="1448654"/>
            <a:ext cx="9479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twin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15265" y="3231861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200" y="3330605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4381267" y="1383122"/>
            <a:ext cx="287631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dirty="0"/>
              <a:t>Find the gold coin needed to pay Saint Peregrine’s tithe and open the next tunnel.</a:t>
            </a:r>
            <a:endParaRPr lang="en-US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90714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478" y="355238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2048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all run progress 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4922207" y="3553547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22016" y="3447949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340975">
            <a:off x="6898151" y="3643384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memory chips to expand Percival’s computer RAM.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1882960" y="3589436"/>
            <a:ext cx="1899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and places become available.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7283280" y="2221885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223873">
            <a:off x="7532322" y="1599986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2453" y="2009403"/>
            <a:ext cx="501447" cy="41423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97181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40356" y="2030236"/>
            <a:ext cx="264652" cy="390524"/>
          </a:xfrm>
          <a:prstGeom prst="rect">
            <a:avLst/>
          </a:prstGeom>
          <a:effectLst/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95744" y="1875210"/>
            <a:ext cx="304582" cy="429223"/>
          </a:xfrm>
          <a:prstGeom prst="rect">
            <a:avLst/>
          </a:prstGeom>
          <a:effectLst/>
        </p:spPr>
      </p:pic>
      <p:pic>
        <p:nvPicPr>
          <p:cNvPr id="25" name="Picture 24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A45B1A07-F374-6352-7E81-E041B18FD2D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1649305" y="1862316"/>
            <a:ext cx="304582" cy="44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343" y="1391857"/>
            <a:ext cx="400110" cy="40011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6693" y="2330364"/>
            <a:ext cx="343409" cy="34340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258" y="3273541"/>
            <a:ext cx="428907" cy="42890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57702" y="1331553"/>
            <a:ext cx="385463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5333" y="2339882"/>
            <a:ext cx="350421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7109007E-70B1-6CDB-C4A6-18A68100C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485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07670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expand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364105" y="32193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 and lighting system.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907670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defined.</a:t>
            </a:r>
          </a:p>
        </p:txBody>
      </p:sp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71486" y="3428954"/>
            <a:ext cx="1096097" cy="99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1"/>
            <a:ext cx="3532333" cy="1940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 Our code is AOT-friendly.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195k USD (*)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87580" y="1175894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and ride architecture allow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5961</TotalTime>
  <Words>906</Words>
  <Application>Microsoft Office PowerPoint</Application>
  <PresentationFormat>On-screen Show (16:9)</PresentationFormat>
  <Paragraphs>131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Maven Pro</vt:lpstr>
      <vt:lpstr>Press Start 2P</vt:lpstr>
      <vt:lpstr>Arial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1189</cp:revision>
  <dcterms:modified xsi:type="dcterms:W3CDTF">2025-11-15T02:23:44Z</dcterms:modified>
</cp:coreProperties>
</file>