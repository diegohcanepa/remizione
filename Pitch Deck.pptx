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54" r:id="rId11"/>
    <p:sldId id="348" r:id="rId12"/>
    <p:sldId id="331" r:id="rId13"/>
    <p:sldId id="335" r:id="rId14"/>
    <p:sldId id="337" r:id="rId15"/>
    <p:sldId id="323" r:id="rId16"/>
    <p:sldId id="324" r:id="rId17"/>
    <p:sldId id="326" r:id="rId18"/>
    <p:sldId id="320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438" y="3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7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4.png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81862" y="926808"/>
            <a:ext cx="382401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video game screen of a video game">
            <a:extLst>
              <a:ext uri="{FF2B5EF4-FFF2-40B4-BE49-F238E27FC236}">
                <a16:creationId xmlns:a16="http://schemas.microsoft.com/office/drawing/2014/main" id="{4D55F528-D477-CABE-6C7F-E32F8E51A4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86002" y="1581794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03113" y="3333381"/>
            <a:ext cx="414225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40544" y="2659699"/>
            <a:ext cx="572054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17B05F6-2F34-2E36-6DF5-DD49F21B21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3370" y="1802858"/>
            <a:ext cx="285750" cy="286241"/>
          </a:xfrm>
          <a:prstGeom prst="rect">
            <a:avLst/>
          </a:prstGeom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35022" y="3191135"/>
            <a:ext cx="245713" cy="23206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1988389" y="3102255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Collected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3152</TotalTime>
  <Words>979</Words>
  <Application>Microsoft Office PowerPoint</Application>
  <PresentationFormat>On-screen Show (16:9)</PresentationFormat>
  <Paragraphs>164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659</cp:revision>
  <dcterms:modified xsi:type="dcterms:W3CDTF">2025-09-10T16:56:52Z</dcterms:modified>
</cp:coreProperties>
</file>