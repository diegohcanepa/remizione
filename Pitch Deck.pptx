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7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49" r:id="rId9"/>
    <p:sldId id="333" r:id="rId10"/>
    <p:sldId id="323" r:id="rId11"/>
    <p:sldId id="324" r:id="rId12"/>
    <p:sldId id="320" r:id="rId13"/>
    <p:sldId id="358" r:id="rId14"/>
    <p:sldId id="343" r:id="rId15"/>
    <p:sldId id="321" r:id="rId16"/>
  </p:sldIdLst>
  <p:sldSz cx="9144000" cy="5143500" type="screen16x9"/>
  <p:notesSz cx="6858000" cy="9144000"/>
  <p:embeddedFontLst>
    <p:embeddedFont>
      <p:font typeface="Maven Pro" panose="020B0604020202020204" charset="0"/>
      <p:regular r:id="rId18"/>
      <p:bold r:id="rId19"/>
    </p:embeddedFont>
    <p:embeddedFont>
      <p:font typeface="Press Start 2P" panose="00000500000000000000" pitchFamily="2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293B"/>
    <a:srgbClr val="CC0000"/>
    <a:srgbClr val="800000"/>
    <a:srgbClr val="660033"/>
    <a:srgbClr val="AB5130"/>
    <a:srgbClr val="BD6A62"/>
    <a:srgbClr val="8F4D57"/>
    <a:srgbClr val="3B7D4F"/>
    <a:srgbClr val="FF2121"/>
    <a:srgbClr val="5233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2.png"/><Relationship Id="rId18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12" Type="http://schemas.openxmlformats.org/officeDocument/2006/relationships/image" Target="../media/image21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6" Type="http://schemas.microsoft.com/office/2007/relationships/hdphoto" Target="../media/hdphoto2.wdp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9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4.png"/><Relationship Id="rId1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11" Type="http://schemas.microsoft.com/office/2007/relationships/hdphoto" Target="../media/hdphoto3.wdp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0.jpeg"/><Relationship Id="rId7" Type="http://schemas.openxmlformats.org/officeDocument/2006/relationships/image" Target="../media/image43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1.jpeg"/><Relationship Id="rId9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jpeg"/><Relationship Id="rId13" Type="http://schemas.openxmlformats.org/officeDocument/2006/relationships/image" Target="../media/image50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8.png"/><Relationship Id="rId4" Type="http://schemas.openxmlformats.org/officeDocument/2006/relationships/image" Target="../media/image45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deo game with a cartoon character">
            <a:extLst>
              <a:ext uri="{FF2B5EF4-FFF2-40B4-BE49-F238E27FC236}">
                <a16:creationId xmlns:a16="http://schemas.microsoft.com/office/drawing/2014/main" id="{D02AE8D6-918B-37BE-27D3-078298F39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553075" cy="5936105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536532" y="257175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DA8662-880C-B450-2D6D-B0AA1B848C50}"/>
              </a:ext>
            </a:extLst>
          </p:cNvPr>
          <p:cNvSpPr txBox="1"/>
          <p:nvPr/>
        </p:nvSpPr>
        <p:spPr>
          <a:xfrm>
            <a:off x="82447" y="102009"/>
            <a:ext cx="149901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54006" y="894615"/>
            <a:ext cx="6378790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 2D pixel-art roguelite 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064330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069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943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707925" y="3847669"/>
            <a:ext cx="459694" cy="735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07ABC5-4BC9-01C9-26A5-9CC39046F59E}"/>
              </a:ext>
            </a:extLst>
          </p:cNvPr>
          <p:cNvSpPr txBox="1"/>
          <p:nvPr/>
        </p:nvSpPr>
        <p:spPr>
          <a:xfrm>
            <a:off x="1528997" y="1686831"/>
            <a:ext cx="5906124" cy="18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inside a demon-possessed horror ride.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packed with strange items, hidden secrets, captive celebrities, and absurd encounters.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each procedural run. Even in failure, progress often endures — new items, areas, and secrets may unlock as you keep playing.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8240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487199" y="962531"/>
            <a:ext cx="399486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 — blending nostalgia, absurd humor, and high-stakes exploration.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943938" y="962531"/>
            <a:ext cx="3873094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cursed, procedural horror attraction with its own twisted logic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growing telenovela of bizarre characters, new realms, and ever-escalating insanity.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759341" y="1195776"/>
            <a:ext cx="5625317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/ retro style (*)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5E361-DB9D-87B7-4A46-08C7E896D3B1}"/>
              </a:ext>
            </a:extLst>
          </p:cNvPr>
          <p:cNvSpPr txBox="1"/>
          <p:nvPr/>
        </p:nvSpPr>
        <p:spPr>
          <a:xfrm>
            <a:off x="1812874" y="4261361"/>
            <a:ext cx="551825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Native low resolution scaled to HD, enhanced with a CRT-style filter for an authentic arcade feel.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Many 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34" y="2141383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634" y="1066548"/>
            <a:ext cx="624580" cy="89225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466" y="3045216"/>
            <a:ext cx="1046610" cy="9514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75198" y="2372835"/>
            <a:ext cx="671452" cy="129814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still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8053" y="2070650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both responsibility and fatigue.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order—mostly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79563" y="2202691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 he dreamed of having his own horror attraction—now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2" y="3024520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masterpiece Remizione promised a journey through purgatory. On opening day, he and a group of celebrities entered the ride…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11068" y="1299814"/>
            <a:ext cx="4030762" cy="2100854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Anatomy of the Game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915461" y="1601648"/>
            <a:ext cx="330557" cy="497465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900" y="1600012"/>
            <a:ext cx="335994" cy="49579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708036" y="1535350"/>
            <a:ext cx="119868" cy="63098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8649CA-4D01-D5EC-9EE2-9579DF4AF215}"/>
              </a:ext>
            </a:extLst>
          </p:cNvPr>
          <p:cNvSpPr txBox="1"/>
          <p:nvPr/>
        </p:nvSpPr>
        <p:spPr>
          <a:xfrm>
            <a:off x="597153" y="4148685"/>
            <a:ext cx="2267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Burn tickets to unlock new items, areas and gateways to the Under-Ride.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719114" y="2554796"/>
            <a:ext cx="108791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65910" y="2255171"/>
            <a:ext cx="576026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3BBED3EF-1969-846C-D755-0D20CA165F71}"/>
              </a:ext>
            </a:extLst>
          </p:cNvPr>
          <p:cNvSpPr/>
          <p:nvPr/>
        </p:nvSpPr>
        <p:spPr>
          <a:xfrm>
            <a:off x="3516682" y="2571750"/>
            <a:ext cx="118556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194A65-A661-0BA4-4AEE-6670C54D551F}"/>
              </a:ext>
            </a:extLst>
          </p:cNvPr>
          <p:cNvSpPr txBox="1"/>
          <p:nvPr/>
        </p:nvSpPr>
        <p:spPr>
          <a:xfrm>
            <a:off x="2641646" y="2886087"/>
            <a:ext cx="1902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Meet NPCs and access secret areas.</a:t>
            </a: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022634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155154" y="2257301"/>
            <a:ext cx="75160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4546" y="1459859"/>
            <a:ext cx="453946" cy="64849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457838" y="1420364"/>
            <a:ext cx="799938" cy="6722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452222" y="1358868"/>
            <a:ext cx="24796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Offer coins to Saint Peregrine’s statue to open the way forward.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4655188" y="2780298"/>
            <a:ext cx="38628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Enter Mandinga’s own domain through hidden (unlockable) gateways: caves, dungeons, strange rooms and free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927211" y="2141762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5880406" y="2281349"/>
            <a:ext cx="95849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7940839" y="1386449"/>
            <a:ext cx="494423" cy="922923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6509635" y="808849"/>
            <a:ext cx="2223971" cy="492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105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 Run </a:t>
            </a:r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(save disabled)</a:t>
            </a:r>
            <a:endParaRPr lang="en-US" sz="8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55154" y="3773081"/>
            <a:ext cx="435758" cy="290506"/>
          </a:xfrm>
          <a:prstGeom prst="rect">
            <a:avLst/>
          </a:prstGeom>
        </p:spPr>
      </p:pic>
      <p:pic>
        <p:nvPicPr>
          <p:cNvPr id="60" name="Picture 5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49BF274-106B-4CF0-8515-F7C7668D7CE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31152" y="3684025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96121" y="2759512"/>
            <a:ext cx="143805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Percival's C64</a:t>
            </a:r>
          </a:p>
        </p:txBody>
      </p:sp>
      <p:pic>
        <p:nvPicPr>
          <p:cNvPr id="8" name="Picture 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27DB5D3-DC03-84C0-6ACE-F8363CC5F6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1152718">
            <a:off x="1216470" y="3110319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7823" y="1117412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6583475" y="3469788"/>
            <a:ext cx="214263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Inventory &amp; tickets reset at the end of each run.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4265349" y="745065"/>
            <a:ext cx="641405" cy="992046"/>
          </a:xfrm>
          <a:prstGeom prst="rect">
            <a:avLst/>
          </a:prstGeom>
        </p:spPr>
      </p:pic>
      <p:pic>
        <p:nvPicPr>
          <p:cNvPr id="15" name="Picture 14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A6AEBFDF-6CAE-54FC-8B0C-AA1CAE0B6C8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57810" y="1447566"/>
            <a:ext cx="282195" cy="282195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3810" y="1171237"/>
            <a:ext cx="373608" cy="271930"/>
          </a:xfrm>
          <a:prstGeom prst="rect">
            <a:avLst/>
          </a:prstGeom>
          <a:effectLst/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5AEC1187-DF3E-BEF2-5BB8-2C6C472A7112}"/>
              </a:ext>
            </a:extLst>
          </p:cNvPr>
          <p:cNvSpPr/>
          <p:nvPr/>
        </p:nvSpPr>
        <p:spPr>
          <a:xfrm>
            <a:off x="7654793" y="2598208"/>
            <a:ext cx="88101" cy="180953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F3AB66BA-2CB4-B6B8-8B8F-E1F50EFA80CF}"/>
              </a:ext>
            </a:extLst>
          </p:cNvPr>
          <p:cNvSpPr/>
          <p:nvPr/>
        </p:nvSpPr>
        <p:spPr>
          <a:xfrm rot="10800000">
            <a:off x="5698292" y="1812809"/>
            <a:ext cx="110171" cy="36163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38" name="Picture 37" descr="A pixelated green object with a glowing light&#10;&#10;AI-generated content may be incorrect.">
            <a:extLst>
              <a:ext uri="{FF2B5EF4-FFF2-40B4-BE49-F238E27FC236}">
                <a16:creationId xmlns:a16="http://schemas.microsoft.com/office/drawing/2014/main" id="{FCBB46FC-0F25-C0BD-CFCF-ADE25BA30B8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3097425" y="3405313"/>
            <a:ext cx="569922" cy="6913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3932331" y="3517256"/>
            <a:ext cx="90242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B52B9974-366A-CA82-8873-67B66190FC13}"/>
              </a:ext>
            </a:extLst>
          </p:cNvPr>
          <p:cNvSpPr/>
          <p:nvPr/>
        </p:nvSpPr>
        <p:spPr>
          <a:xfrm flipH="1">
            <a:off x="2169563" y="3684456"/>
            <a:ext cx="1047063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E6F441F-E2F8-C5E9-1BCF-59499FA10C9C}"/>
              </a:ext>
            </a:extLst>
          </p:cNvPr>
          <p:cNvSpPr txBox="1"/>
          <p:nvPr/>
        </p:nvSpPr>
        <p:spPr>
          <a:xfrm>
            <a:off x="2267321" y="3495134"/>
            <a:ext cx="92098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Credits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20E9532-27FC-77FB-8E5C-A8163CF449D0}"/>
              </a:ext>
            </a:extLst>
          </p:cNvPr>
          <p:cNvSpPr txBox="1"/>
          <p:nvPr/>
        </p:nvSpPr>
        <p:spPr>
          <a:xfrm>
            <a:off x="2923814" y="4071421"/>
            <a:ext cx="1068048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Deposit 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machine</a:t>
            </a:r>
            <a:endParaRPr lang="en-US" sz="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68463" y="3663925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037086">
            <a:off x="4656395" y="3838973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46E1894-55E4-5904-451B-29CDF1240185}"/>
              </a:ext>
            </a:extLst>
          </p:cNvPr>
          <p:cNvSpPr txBox="1"/>
          <p:nvPr/>
        </p:nvSpPr>
        <p:spPr>
          <a:xfrm>
            <a:off x="4691706" y="4259946"/>
            <a:ext cx="11372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Expending machine</a:t>
            </a:r>
          </a:p>
        </p:txBody>
      </p:sp>
      <p:pic>
        <p:nvPicPr>
          <p:cNvPr id="56" name="Picture 55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C5CF16C1-1B95-5A04-2689-B3DC6C95300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7435484">
            <a:off x="4359312" y="3226490"/>
            <a:ext cx="373608" cy="271930"/>
          </a:xfrm>
          <a:prstGeom prst="rect">
            <a:avLst/>
          </a:prstGeom>
          <a:effectLst/>
        </p:spPr>
      </p:pic>
      <p:sp>
        <p:nvSpPr>
          <p:cNvPr id="58" name="Arrow: Right 57">
            <a:extLst>
              <a:ext uri="{FF2B5EF4-FFF2-40B4-BE49-F238E27FC236}">
                <a16:creationId xmlns:a16="http://schemas.microsoft.com/office/drawing/2014/main" id="{0DE69412-7E26-F2C0-E7CF-77C7190DF337}"/>
              </a:ext>
            </a:extLst>
          </p:cNvPr>
          <p:cNvSpPr/>
          <p:nvPr/>
        </p:nvSpPr>
        <p:spPr>
          <a:xfrm>
            <a:off x="5541654" y="3946644"/>
            <a:ext cx="383759" cy="163008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BF9864-61E4-B62B-E87F-66E55A6A55F6}"/>
              </a:ext>
            </a:extLst>
          </p:cNvPr>
          <p:cNvSpPr txBox="1"/>
          <p:nvPr/>
        </p:nvSpPr>
        <p:spPr>
          <a:xfrm>
            <a:off x="5853483" y="3892497"/>
            <a:ext cx="8501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Items</a:t>
            </a:r>
          </a:p>
        </p:txBody>
      </p:sp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510263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467247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393585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493369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444390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E2623066-AB55-04B1-23E5-A298DB957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6542638"/>
              </p:ext>
            </p:extLst>
          </p:nvPr>
        </p:nvGraphicFramePr>
        <p:xfrm>
          <a:off x="-390735" y="248705"/>
          <a:ext cx="9988030" cy="5618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390735" y="248705"/>
                        <a:ext cx="9988030" cy="56182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152398ED-DA4C-9EEF-D76C-0F47FA3AFE6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engine, fully optimized for PC &amp;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0924" y="3575166"/>
            <a:ext cx="12573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67112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Creation of creatures, bosses, hundreds of items, narrative events and Under-Ride stages.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– soundtrack &amp; SFX production.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89" y="1029694"/>
            <a:ext cx="3750372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(External)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to be handled by an external partner or publisher.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02526" y="4316743"/>
            <a:ext cx="914400" cy="514350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288373" y="4049899"/>
            <a:ext cx="839449" cy="42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067096" y="914518"/>
            <a:ext cx="545951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230k USD (*)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 Lead Designers Programmer, Narrative Writer, Background Artist, 2D Animator, Composer.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0EA81D93-A2BF-0832-935F-0A717E36252A}"/>
              </a:ext>
            </a:extLst>
          </p:cNvPr>
          <p:cNvSpPr txBox="1">
            <a:spLocks/>
          </p:cNvSpPr>
          <p:nvPr/>
        </p:nvSpPr>
        <p:spPr>
          <a:xfrm>
            <a:off x="1044126" y="2296901"/>
            <a:ext cx="750545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</a:t>
            </a:r>
            <a:b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richly handcrafted adventure featuring around a dozen unique bosses, several dozen creatures, hundreds of items, and multiple Under-Ride biomes, story arcs, and captive celebrities — all procedurally assembled to ensure strong replayability (20–30 hours) and scalable content production.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03814" y="981005"/>
            <a:ext cx="5826313" cy="1774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and Under-Ride structure allow the game to expand indefinitely.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New biomes, enemies, characters, items, and story arcs can be added as post-launch content or DLCs.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782" y="981005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053896" y="33017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241490" y="1946241"/>
            <a:ext cx="2288116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57503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17661" y="685417"/>
            <a:ext cx="741416" cy="9851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6228283" y="131739"/>
            <a:ext cx="2755280" cy="553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4555</TotalTime>
  <Words>1003</Words>
  <Application>Microsoft Office PowerPoint</Application>
  <PresentationFormat>On-screen Show (16:9)</PresentationFormat>
  <Paragraphs>146</Paragraphs>
  <Slides>15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Maven Pro</vt:lpstr>
      <vt:lpstr>Press Start 2P</vt:lpstr>
      <vt:lpstr>Arial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924</cp:revision>
  <dcterms:modified xsi:type="dcterms:W3CDTF">2025-10-28T13:48:55Z</dcterms:modified>
</cp:coreProperties>
</file>