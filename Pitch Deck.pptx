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59" r:id="rId9"/>
    <p:sldId id="349" r:id="rId10"/>
    <p:sldId id="333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8F4D57"/>
    <a:srgbClr val="BD6A62"/>
    <a:srgbClr val="3B7D4F"/>
    <a:srgbClr val="AB5130"/>
    <a:srgbClr val="B73C05"/>
    <a:srgbClr val="862536"/>
    <a:srgbClr val="800000"/>
    <a:srgbClr val="92293B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41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3.png"/><Relationship Id="rId3" Type="http://schemas.openxmlformats.org/officeDocument/2006/relationships/image" Target="../media/image8.png"/><Relationship Id="rId7" Type="http://schemas.openxmlformats.org/officeDocument/2006/relationships/image" Target="../media/image18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21.png"/><Relationship Id="rId5" Type="http://schemas.openxmlformats.org/officeDocument/2006/relationships/image" Target="../media/image13.png"/><Relationship Id="rId15" Type="http://schemas.microsoft.com/office/2007/relationships/hdphoto" Target="../media/hdphoto2.wdp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8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9027" y="296673"/>
            <a:ext cx="6645945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629608" y="968315"/>
            <a:ext cx="3987363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8415" y="3051282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629608" y="1992659"/>
            <a:ext cx="4032336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801882" y="2122934"/>
            <a:ext cx="3630083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346E741B-3ED4-1CFC-3CA8-4EBBA9FB65AB}"/>
              </a:ext>
            </a:extLst>
          </p:cNvPr>
          <p:cNvSpPr txBox="1">
            <a:spLocks/>
          </p:cNvSpPr>
          <p:nvPr/>
        </p:nvSpPr>
        <p:spPr>
          <a:xfrm>
            <a:off x="4801882" y="969764"/>
            <a:ext cx="3897422" cy="1065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Hell Rings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layered descent into harder, stranger parts of the ride, each introducing new dangers and discoveries.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0" y="957593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2" y="4501062"/>
            <a:ext cx="5518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Enhanced with a CRT-style filter for an authentic retro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048" y="1016282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898" y="1016289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48" y="3572147"/>
            <a:ext cx="935708" cy="8506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37612" y="1840368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64874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 journalists behind Mysterious Mysteries magazine. At 41, both still live with their mom, writing about the unknown while dodging adulthood and anything that looks like effort.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10" y="2891498"/>
            <a:ext cx="6648740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10" y="1782711"/>
            <a:ext cx="68732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 As a child he dreamed of having his own horror attraction. 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10" y="3629805"/>
            <a:ext cx="6749112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Famous designer of horror attractions. His masterpiece Remizione promised a journey through purgatory. On opening day, he and a group of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127" y="2891498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14471" y="180724"/>
            <a:ext cx="3867562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3515" y="1774914"/>
            <a:ext cx="304582" cy="42922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8618" y="1799626"/>
            <a:ext cx="264652" cy="3905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847594" y="1513138"/>
            <a:ext cx="159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114329" y="3237574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53" y="3330936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381267" y="1383122"/>
            <a:ext cx="28763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dirty="0"/>
              <a:t>Find the gold coin needed to pay Saint Peregrine’s tithe and open the next tunnel.</a:t>
            </a:r>
            <a:endParaRPr lang="en-US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808879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478" y="355238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2048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922207" y="3553547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22016" y="3447949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340975">
            <a:off x="6898151" y="3643384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2056189" y="3567992"/>
            <a:ext cx="16423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7283280" y="2221885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223873">
            <a:off x="7599669" y="1593303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0856" y="1891825"/>
            <a:ext cx="264652" cy="390524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5401" y="1865053"/>
            <a:ext cx="545063" cy="45027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6027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817729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63468" y="3332568"/>
            <a:ext cx="1257300" cy="1143000"/>
          </a:xfrm>
          <a:prstGeom prst="rect">
            <a:avLst/>
          </a:prstGeom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817729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defined.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2"/>
            <a:ext cx="3532333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 thanks to AOT-friendly code.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2018658" y="1145913"/>
            <a:ext cx="5106683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and ride architecture allow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5938</TotalTime>
  <Words>904</Words>
  <Application>Microsoft Office PowerPoint</Application>
  <PresentationFormat>On-screen Show (16:9)</PresentationFormat>
  <Paragraphs>131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Press Start 2P</vt:lpstr>
      <vt:lpstr>Arial</vt:lpstr>
      <vt:lpstr>Maven Pro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1167</cp:revision>
  <dcterms:modified xsi:type="dcterms:W3CDTF">2025-11-13T23:53:57Z</dcterms:modified>
</cp:coreProperties>
</file>