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8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59" r:id="rId9"/>
    <p:sldId id="349" r:id="rId10"/>
    <p:sldId id="333" r:id="rId11"/>
    <p:sldId id="323" r:id="rId12"/>
    <p:sldId id="324" r:id="rId13"/>
    <p:sldId id="320" r:id="rId14"/>
    <p:sldId id="358" r:id="rId15"/>
    <p:sldId id="343" r:id="rId16"/>
    <p:sldId id="321" r:id="rId17"/>
  </p:sldIdLst>
  <p:sldSz cx="9144000" cy="5143500" type="screen16x9"/>
  <p:notesSz cx="6858000" cy="9144000"/>
  <p:embeddedFontLst>
    <p:embeddedFont>
      <p:font typeface="Maven Pro" panose="020B0604020202020204" charset="0"/>
      <p:regular r:id="rId19"/>
      <p:bold r:id="rId20"/>
    </p:embeddedFont>
    <p:embeddedFont>
      <p:font typeface="Press Start 2P" panose="00000500000000000000" pitchFamily="2" charset="0"/>
      <p:regular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4D57"/>
    <a:srgbClr val="92293B"/>
    <a:srgbClr val="CC0000"/>
    <a:srgbClr val="800000"/>
    <a:srgbClr val="660033"/>
    <a:srgbClr val="AB5130"/>
    <a:srgbClr val="BD6A62"/>
    <a:srgbClr val="3B7D4F"/>
    <a:srgbClr val="FF2121"/>
    <a:srgbClr val="5233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BFD44D77-5B9D-6F28-C4D9-3E104C1D92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B50D407-7A4B-492D-FE81-A914EA310E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73DE1C2E-2ADA-AC79-2815-BED275C9AE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413315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2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5" Type="http://schemas.openxmlformats.org/officeDocument/2006/relationships/image" Target="../media/image11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2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12" Type="http://schemas.openxmlformats.org/officeDocument/2006/relationships/image" Target="../media/image21.png"/><Relationship Id="rId17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6" Type="http://schemas.microsoft.com/office/2007/relationships/hdphoto" Target="../media/hdphoto2.wdp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9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6.png"/><Relationship Id="rId7" Type="http://schemas.openxmlformats.org/officeDocument/2006/relationships/image" Target="../media/image29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8.png"/><Relationship Id="rId11" Type="http://schemas.microsoft.com/office/2007/relationships/hdphoto" Target="../media/hdphoto3.wdp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.png"/><Relationship Id="rId9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6" Type="http://schemas.microsoft.com/office/2007/relationships/hdphoto" Target="../media/hdphoto4.wdp"/><Relationship Id="rId5" Type="http://schemas.openxmlformats.org/officeDocument/2006/relationships/image" Target="../media/image36.png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6" Type="http://schemas.microsoft.com/office/2007/relationships/hdphoto" Target="../media/hdphoto5.wdp"/><Relationship Id="rId5" Type="http://schemas.openxmlformats.org/officeDocument/2006/relationships/image" Target="../media/image37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4.png"/><Relationship Id="rId5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40.jpeg"/><Relationship Id="rId7" Type="http://schemas.openxmlformats.org/officeDocument/2006/relationships/image" Target="../media/image43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2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41.jpeg"/><Relationship Id="rId9" Type="http://schemas.openxmlformats.org/officeDocument/2006/relationships/image" Target="../media/image4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jpeg"/><Relationship Id="rId13" Type="http://schemas.openxmlformats.org/officeDocument/2006/relationships/image" Target="../media/image50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6.jpeg"/><Relationship Id="rId11" Type="http://schemas.microsoft.com/office/2007/relationships/hdphoto" Target="../media/hdphoto6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48.png"/><Relationship Id="rId4" Type="http://schemas.openxmlformats.org/officeDocument/2006/relationships/image" Target="../media/image45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video game with a cartoon character">
            <a:extLst>
              <a:ext uri="{FF2B5EF4-FFF2-40B4-BE49-F238E27FC236}">
                <a16:creationId xmlns:a16="http://schemas.microsoft.com/office/drawing/2014/main" id="{D02AE8D6-918B-37BE-27D3-078298F391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553075" cy="5936105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640123" y="3231373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536532" y="257175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6DA8662-880C-B450-2D6D-B0AA1B848C50}"/>
              </a:ext>
            </a:extLst>
          </p:cNvPr>
          <p:cNvSpPr txBox="1"/>
          <p:nvPr/>
        </p:nvSpPr>
        <p:spPr>
          <a:xfrm>
            <a:off x="82447" y="102009"/>
            <a:ext cx="1499017" cy="1846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5906124" cy="18428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run. Even in failure, progress often endures — new items, areas, and secrets may unlock as you keep playing.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364104" y="296673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1759340" y="1195776"/>
            <a:ext cx="5625317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/ retro style (*)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 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0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 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  <a:b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endParaRPr lang="en-US" sz="105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337132" y="3430724"/>
            <a:ext cx="501859" cy="68109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B963E86-3304-C63F-E681-2BE5FC3034B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34924" y="500393"/>
            <a:ext cx="685800" cy="4572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EB32B4E-EF58-3837-BAD1-C038CB9BC73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7164225" y="328140"/>
            <a:ext cx="508195" cy="3445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325E361-DB9D-87B7-4A46-08C7E896D3B1}"/>
              </a:ext>
            </a:extLst>
          </p:cNvPr>
          <p:cNvSpPr txBox="1"/>
          <p:nvPr/>
        </p:nvSpPr>
        <p:spPr>
          <a:xfrm>
            <a:off x="1812873" y="4261362"/>
            <a:ext cx="55182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(*) Native low resolution scaled to HD, enhanced with a CRT-style filter for an authentic arcade feel.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37DD80-10CD-85E4-85F2-BAD1FF587BB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8254" y="201855"/>
            <a:ext cx="409927" cy="252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horror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4"/>
            <a:ext cx="4030762" cy="2965603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2215" y="1642615"/>
            <a:ext cx="304582" cy="42922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53853" y="1667050"/>
            <a:ext cx="264652" cy="3905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958970" y="1588662"/>
            <a:ext cx="160200" cy="567299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719114" y="2554796"/>
            <a:ext cx="168067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265910" y="2255171"/>
            <a:ext cx="576026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5022634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75160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51019" y="1516234"/>
            <a:ext cx="414445" cy="59206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529620" y="1498060"/>
            <a:ext cx="704528" cy="59206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5457394" y="1397097"/>
            <a:ext cx="247968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5030241" y="2751905"/>
            <a:ext cx="34953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Mandinga’s own domain (caves, dungeons, strange rooms and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27211" y="2141762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5880406" y="2281349"/>
            <a:ext cx="958494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7940839" y="1386449"/>
            <a:ext cx="494423" cy="922923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6509635" y="808849"/>
            <a:ext cx="2223971" cy="492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105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 </a:t>
            </a:r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(no save)</a:t>
            </a:r>
            <a:endParaRPr lang="en-US" sz="800" dirty="0">
              <a:solidFill>
                <a:srgbClr val="92293B"/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69213" y="3300002"/>
            <a:ext cx="435758" cy="29050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354187" y="2790078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Percival’s computer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74432" y="3125168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12" name="Picture 11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FE30F52E-2163-0C02-084F-F9C225EB415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359257" y="1775951"/>
            <a:ext cx="545063" cy="4502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D71E629F-0182-F3F7-84BD-DCC9334D4400}"/>
              </a:ext>
            </a:extLst>
          </p:cNvPr>
          <p:cNvSpPr txBox="1"/>
          <p:nvPr/>
        </p:nvSpPr>
        <p:spPr>
          <a:xfrm>
            <a:off x="4523861" y="4333966"/>
            <a:ext cx="252941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92293B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 and tickets reset at the end of each run.</a:t>
            </a:r>
          </a:p>
        </p:txBody>
      </p:sp>
      <p:pic>
        <p:nvPicPr>
          <p:cNvPr id="13" name="Picture 12" descr="A pixelated character holding a stick&#10;&#10;AI-generated content may be incorrect.">
            <a:extLst>
              <a:ext uri="{FF2B5EF4-FFF2-40B4-BE49-F238E27FC236}">
                <a16:creationId xmlns:a16="http://schemas.microsoft.com/office/drawing/2014/main" id="{26B23D96-1EE3-3EAD-B6AB-1C0DF306AA4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 flipH="1">
            <a:off x="4263858" y="708142"/>
            <a:ext cx="641405" cy="992046"/>
          </a:xfrm>
          <a:prstGeom prst="rect">
            <a:avLst/>
          </a:prstGeom>
        </p:spPr>
      </p:pic>
      <p:pic>
        <p:nvPicPr>
          <p:cNvPr id="15" name="Picture 14" descr="A pixelated coin with a black background&#10;&#10;AI-generated content may be incorrect.">
            <a:extLst>
              <a:ext uri="{FF2B5EF4-FFF2-40B4-BE49-F238E27FC236}">
                <a16:creationId xmlns:a16="http://schemas.microsoft.com/office/drawing/2014/main" id="{A6AEBFDF-6CAE-54FC-8B0C-AA1CAE0B6C86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contras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32220" y="1516234"/>
            <a:ext cx="282195" cy="282195"/>
          </a:xfrm>
          <a:prstGeom prst="rect">
            <a:avLst/>
          </a:prstGeom>
        </p:spPr>
      </p:pic>
      <p:pic>
        <p:nvPicPr>
          <p:cNvPr id="20" name="Picture 1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4021958B-03FA-8C26-8E8B-AD07CD79C84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50103" y="1168553"/>
            <a:ext cx="373608" cy="271930"/>
          </a:xfrm>
          <a:prstGeom prst="rect">
            <a:avLst/>
          </a:prstGeom>
          <a:effectLst/>
        </p:spPr>
      </p:pic>
      <p:sp>
        <p:nvSpPr>
          <p:cNvPr id="9" name="Arrow: Down 8">
            <a:extLst>
              <a:ext uri="{FF2B5EF4-FFF2-40B4-BE49-F238E27FC236}">
                <a16:creationId xmlns:a16="http://schemas.microsoft.com/office/drawing/2014/main" id="{5AEC1187-DF3E-BEF2-5BB8-2C6C472A7112}"/>
              </a:ext>
            </a:extLst>
          </p:cNvPr>
          <p:cNvSpPr/>
          <p:nvPr/>
        </p:nvSpPr>
        <p:spPr>
          <a:xfrm>
            <a:off x="7621620" y="2487889"/>
            <a:ext cx="203246" cy="281298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1" name="Arrow: Down 20">
            <a:extLst>
              <a:ext uri="{FF2B5EF4-FFF2-40B4-BE49-F238E27FC236}">
                <a16:creationId xmlns:a16="http://schemas.microsoft.com/office/drawing/2014/main" id="{F3AB66BA-2CB4-B6B8-8B8F-E1F50EFA80CF}"/>
              </a:ext>
            </a:extLst>
          </p:cNvPr>
          <p:cNvSpPr/>
          <p:nvPr/>
        </p:nvSpPr>
        <p:spPr>
          <a:xfrm rot="10800000">
            <a:off x="5541070" y="1886072"/>
            <a:ext cx="185172" cy="335305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40F8379-3EB2-FE63-08A6-F25A19BB70F1}"/>
              </a:ext>
            </a:extLst>
          </p:cNvPr>
          <p:cNvSpPr txBox="1"/>
          <p:nvPr/>
        </p:nvSpPr>
        <p:spPr>
          <a:xfrm>
            <a:off x="4796942" y="3071509"/>
            <a:ext cx="90242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Tickets</a:t>
            </a:r>
          </a:p>
        </p:txBody>
      </p:sp>
      <p:pic>
        <p:nvPicPr>
          <p:cNvPr id="53" name="Picture 52" descr="A pixelated video game of a red machine&#10;&#10;AI-generated content may be incorrect.">
            <a:extLst>
              <a:ext uri="{FF2B5EF4-FFF2-40B4-BE49-F238E27FC236}">
                <a16:creationId xmlns:a16="http://schemas.microsoft.com/office/drawing/2014/main" id="{88F7A0CA-6C05-5B02-271D-88CFCF2FBD6A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916677" y="3256920"/>
            <a:ext cx="383759" cy="584776"/>
          </a:xfrm>
          <a:prstGeom prst="rect">
            <a:avLst/>
          </a:prstGeom>
        </p:spPr>
      </p:pic>
      <p:pic>
        <p:nvPicPr>
          <p:cNvPr id="54" name="Picture 53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AFC7C9FC-8591-0409-6A4E-3F73327A4B2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0340975">
            <a:off x="5570855" y="3391964"/>
            <a:ext cx="310280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D46E1894-55E4-5904-451B-29CDF1240185}"/>
              </a:ext>
            </a:extLst>
          </p:cNvPr>
          <p:cNvSpPr txBox="1"/>
          <p:nvPr/>
        </p:nvSpPr>
        <p:spPr>
          <a:xfrm>
            <a:off x="5539920" y="3826948"/>
            <a:ext cx="113727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Expending machines</a:t>
            </a:r>
          </a:p>
        </p:txBody>
      </p:sp>
      <p:sp>
        <p:nvSpPr>
          <p:cNvPr id="58" name="Arrow: Right 57">
            <a:extLst>
              <a:ext uri="{FF2B5EF4-FFF2-40B4-BE49-F238E27FC236}">
                <a16:creationId xmlns:a16="http://schemas.microsoft.com/office/drawing/2014/main" id="{0DE69412-7E26-F2C0-E7CF-77C7190DF337}"/>
              </a:ext>
            </a:extLst>
          </p:cNvPr>
          <p:cNvSpPr/>
          <p:nvPr/>
        </p:nvSpPr>
        <p:spPr>
          <a:xfrm>
            <a:off x="6350528" y="3482532"/>
            <a:ext cx="287098" cy="176685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1BF9864-61E4-B62B-E87F-66E55A6A55F6}"/>
              </a:ext>
            </a:extLst>
          </p:cNvPr>
          <p:cNvSpPr txBox="1"/>
          <p:nvPr/>
        </p:nvSpPr>
        <p:spPr>
          <a:xfrm>
            <a:off x="6544777" y="3453134"/>
            <a:ext cx="77633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Items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735E49C-2FDC-7F6C-6A71-A5D9FC72BA94}"/>
              </a:ext>
            </a:extLst>
          </p:cNvPr>
          <p:cNvSpPr txBox="1"/>
          <p:nvPr/>
        </p:nvSpPr>
        <p:spPr>
          <a:xfrm>
            <a:off x="2275787" y="3136211"/>
            <a:ext cx="2142818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Collect memory chips</a:t>
            </a:r>
          </a:p>
          <a:p>
            <a:pPr algn="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upgrade Percival’s computer RAM.</a:t>
            </a:r>
          </a:p>
        </p:txBody>
      </p:sp>
      <p:pic>
        <p:nvPicPr>
          <p:cNvPr id="22" name="Picture 21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23986D78-F83B-EE18-234A-4EACCA75FE6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8640333">
            <a:off x="4078288" y="2795434"/>
            <a:ext cx="434499" cy="271930"/>
          </a:xfrm>
          <a:prstGeom prst="rect">
            <a:avLst/>
          </a:prstGeom>
          <a:effectLst/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21BBAB1-0D66-527E-9B0E-BB559039143D}"/>
              </a:ext>
            </a:extLst>
          </p:cNvPr>
          <p:cNvSpPr txBox="1"/>
          <p:nvPr/>
        </p:nvSpPr>
        <p:spPr>
          <a:xfrm>
            <a:off x="639011" y="4279129"/>
            <a:ext cx="2257915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RAM improves, new tiers of benefits become available.</a:t>
            </a:r>
          </a:p>
        </p:txBody>
      </p:sp>
      <p:sp>
        <p:nvSpPr>
          <p:cNvPr id="33" name="Arrow: Down 32">
            <a:extLst>
              <a:ext uri="{FF2B5EF4-FFF2-40B4-BE49-F238E27FC236}">
                <a16:creationId xmlns:a16="http://schemas.microsoft.com/office/drawing/2014/main" id="{1A3D11EA-7586-8655-7250-D4381D4B7002}"/>
              </a:ext>
            </a:extLst>
          </p:cNvPr>
          <p:cNvSpPr/>
          <p:nvPr/>
        </p:nvSpPr>
        <p:spPr>
          <a:xfrm>
            <a:off x="1768625" y="4099590"/>
            <a:ext cx="118556" cy="16582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pic>
        <p:nvPicPr>
          <p:cNvPr id="37" name="Picture 36" descr="A pixelated image of a person wearing glasses&#10;&#10;AI-generated content may be incorrect.">
            <a:extLst>
              <a:ext uri="{FF2B5EF4-FFF2-40B4-BE49-F238E27FC236}">
                <a16:creationId xmlns:a16="http://schemas.microsoft.com/office/drawing/2014/main" id="{4E8CE347-3092-64C8-C890-0249E32FB46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263911" y="1794508"/>
            <a:ext cx="545063" cy="450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434B4B9-2F9D-C387-813A-2865AA29A5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74C63A-9ABA-9EA7-050A-D8B048B4858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63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271698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2897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280748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271698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510263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467247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393585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493369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280748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444390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  <p:pic>
        <p:nvPicPr>
          <p:cNvPr id="13" name="Picture 12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2BD38C97-A01D-E2D2-E3F0-612A6544C56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8188311" y="3393585"/>
            <a:ext cx="762607" cy="894163"/>
          </a:xfrm>
          <a:prstGeom prst="rect">
            <a:avLst/>
          </a:prstGeom>
        </p:spPr>
      </p:pic>
      <p:pic>
        <p:nvPicPr>
          <p:cNvPr id="14" name="Picture 13" descr="A pixelated image of a horse&#10;&#10;AI-generated content may be incorrect.">
            <a:extLst>
              <a:ext uri="{FF2B5EF4-FFF2-40B4-BE49-F238E27FC236}">
                <a16:creationId xmlns:a16="http://schemas.microsoft.com/office/drawing/2014/main" id="{784E6801-EB8F-12D5-8FBD-96C419F43D83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rightnessContrast brigh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flipH="1">
            <a:off x="7263077" y="3521083"/>
            <a:ext cx="762607" cy="894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152398ED-DA4C-9EEF-D76C-0F47FA3AFE6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Pilgrim Sack</a:t>
            </a:r>
          </a:p>
        </p:txBody>
      </p:sp>
      <p:pic>
        <p:nvPicPr>
          <p:cNvPr id="7" name="Picture 6" descr="A screenshot of a video game">
            <a:extLst>
              <a:ext uri="{FF2B5EF4-FFF2-40B4-BE49-F238E27FC236}">
                <a16:creationId xmlns:a16="http://schemas.microsoft.com/office/drawing/2014/main" id="{67C76C6D-2EEB-6DEF-1CA9-77FD389528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855" y="787379"/>
            <a:ext cx="8477312" cy="37399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engine. Includes proprietary scripting language plus 2D lighting system that enhances depth and atmosphere.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0" name="Picture 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AE43CDBC-F02F-38AD-2DE1-3D949F93AE7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2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830924" y="3575166"/>
            <a:ext cx="12573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5" name="Picture 4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71693FFB-ADE4-3EBC-B6CD-5BB70BBBA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502526" y="4316743"/>
            <a:ext cx="914400" cy="514350"/>
          </a:xfrm>
          <a:prstGeom prst="rect">
            <a:avLst/>
          </a:prstGeom>
        </p:spPr>
      </p:pic>
      <p:pic>
        <p:nvPicPr>
          <p:cNvPr id="8" name="Picture 7" descr="A pixelated image of a person's face&#10;&#10;AI-generated content may be incorrect.">
            <a:extLst>
              <a:ext uri="{FF2B5EF4-FFF2-40B4-BE49-F238E27FC236}">
                <a16:creationId xmlns:a16="http://schemas.microsoft.com/office/drawing/2014/main" id="{A08857F8-BD63-FA8D-214F-E2427BEA4AC2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70000"/>
          </a:blip>
          <a:stretch>
            <a:fillRect/>
          </a:stretch>
        </p:blipFill>
        <p:spPr>
          <a:xfrm flipH="1">
            <a:off x="6288373" y="4049899"/>
            <a:ext cx="839449" cy="4256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2D859C4-8368-588E-720E-A72CF71FE6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782" y="981005"/>
            <a:ext cx="685800" cy="457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A23DAE3-A901-AEAA-51E2-3DCFB64C82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7053896" y="330179"/>
            <a:ext cx="770970" cy="45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4633</TotalTime>
  <Words>1000</Words>
  <Application>Microsoft Office PowerPoint</Application>
  <PresentationFormat>On-screen Show (16:9)</PresentationFormat>
  <Paragraphs>144</Paragraphs>
  <Slides>16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Press Start 2P</vt:lpstr>
      <vt:lpstr>Maven Pro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962</cp:revision>
  <dcterms:modified xsi:type="dcterms:W3CDTF">2025-11-04T13:57:32Z</dcterms:modified>
</cp:coreProperties>
</file>