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1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1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4" y="4261361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152" y="3684025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8" name="Picture 37" descr="A pixelated green object with a glowing light&#10;&#10;AI-generated content may be incorrect.">
            <a:extLst>
              <a:ext uri="{FF2B5EF4-FFF2-40B4-BE49-F238E27FC236}">
                <a16:creationId xmlns:a16="http://schemas.microsoft.com/office/drawing/2014/main" id="{FCBB46FC-0F25-C0BD-CFCF-ADE25BA30B8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097425" y="3405313"/>
            <a:ext cx="569922" cy="691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B52B9974-366A-CA82-8873-67B66190FC13}"/>
              </a:ext>
            </a:extLst>
          </p:cNvPr>
          <p:cNvSpPr/>
          <p:nvPr/>
        </p:nvSpPr>
        <p:spPr>
          <a:xfrm flipH="1">
            <a:off x="2169563" y="3684456"/>
            <a:ext cx="104706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6F441F-E2F8-C5E9-1BCF-59499FA10C9C}"/>
              </a:ext>
            </a:extLst>
          </p:cNvPr>
          <p:cNvSpPr txBox="1"/>
          <p:nvPr/>
        </p:nvSpPr>
        <p:spPr>
          <a:xfrm>
            <a:off x="2267321" y="3495134"/>
            <a:ext cx="920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Credits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0E9532-27FC-77FB-8E5C-A8163CF449D0}"/>
              </a:ext>
            </a:extLst>
          </p:cNvPr>
          <p:cNvSpPr txBox="1"/>
          <p:nvPr/>
        </p:nvSpPr>
        <p:spPr>
          <a:xfrm>
            <a:off x="2923814" y="4071421"/>
            <a:ext cx="1068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Deposit 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machine</a:t>
            </a:r>
            <a:endParaRPr lang="en-US" sz="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4" y="3946644"/>
            <a:ext cx="383759" cy="163008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853483" y="3892497"/>
            <a:ext cx="8501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4555</TotalTime>
  <Words>1003</Words>
  <Application>Microsoft Office PowerPoint</Application>
  <PresentationFormat>On-screen Show (16:9)</PresentationFormat>
  <Paragraphs>146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923</cp:revision>
  <dcterms:modified xsi:type="dcterms:W3CDTF">2025-10-27T18:14:00Z</dcterms:modified>
</cp:coreProperties>
</file>