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293B"/>
    <a:srgbClr val="CC0000"/>
    <a:srgbClr val="800000"/>
    <a:srgbClr val="660033"/>
    <a:srgbClr val="AB5130"/>
    <a:srgbClr val="BD6A62"/>
    <a:srgbClr val="8F4D57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050" y="258"/>
      </p:cViewPr>
      <p:guideLst/>
    </p:cSldViewPr>
  </p:slideViewPr>
  <p:notesTextViewPr>
    <p:cViewPr>
      <p:scale>
        <a:sx n="3" d="2"/>
        <a:sy n="3" d="2"/>
      </p:scale>
      <p:origin x="-42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1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1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4" y="4261361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100854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597153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55188" y="2780298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(save disabled)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55154" y="3773081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152" y="3684025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6583475" y="3469788"/>
            <a:ext cx="214263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&amp;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3810" y="1171237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88101" cy="180953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8" name="Picture 37" descr="A pixelated green object with a glowing light&#10;&#10;AI-generated content may be incorrect.">
            <a:extLst>
              <a:ext uri="{FF2B5EF4-FFF2-40B4-BE49-F238E27FC236}">
                <a16:creationId xmlns:a16="http://schemas.microsoft.com/office/drawing/2014/main" id="{FCBB46FC-0F25-C0BD-CFCF-ADE25BA30B8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097425" y="3405313"/>
            <a:ext cx="569922" cy="691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3932331" y="3517256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B52B9974-366A-CA82-8873-67B66190FC13}"/>
              </a:ext>
            </a:extLst>
          </p:cNvPr>
          <p:cNvSpPr/>
          <p:nvPr/>
        </p:nvSpPr>
        <p:spPr>
          <a:xfrm flipH="1">
            <a:off x="2169563" y="3684456"/>
            <a:ext cx="104706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E6F441F-E2F8-C5E9-1BCF-59499FA10C9C}"/>
              </a:ext>
            </a:extLst>
          </p:cNvPr>
          <p:cNvSpPr txBox="1"/>
          <p:nvPr/>
        </p:nvSpPr>
        <p:spPr>
          <a:xfrm>
            <a:off x="2267321" y="3495134"/>
            <a:ext cx="9209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Credits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20E9532-27FC-77FB-8E5C-A8163CF449D0}"/>
              </a:ext>
            </a:extLst>
          </p:cNvPr>
          <p:cNvSpPr txBox="1"/>
          <p:nvPr/>
        </p:nvSpPr>
        <p:spPr>
          <a:xfrm>
            <a:off x="2923814" y="4071421"/>
            <a:ext cx="1068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Deposit 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machine</a:t>
            </a:r>
            <a:endParaRPr lang="en-US" sz="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68463" y="3663925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037086">
            <a:off x="4656395" y="3838973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4691706" y="4259946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</a:t>
            </a:r>
          </a:p>
        </p:txBody>
      </p:sp>
      <p:pic>
        <p:nvPicPr>
          <p:cNvPr id="56" name="Picture 55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C5CF16C1-1B95-5A04-2689-B3DC6C9530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7435484">
            <a:off x="4359312" y="3226490"/>
            <a:ext cx="373608" cy="271930"/>
          </a:xfrm>
          <a:prstGeom prst="rect">
            <a:avLst/>
          </a:prstGeom>
          <a:effectLst/>
        </p:spPr>
      </p:pic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5541654" y="3946644"/>
            <a:ext cx="383759" cy="163008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5853483" y="3892497"/>
            <a:ext cx="8501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4554</TotalTime>
  <Words>1003</Words>
  <Application>Microsoft Office PowerPoint</Application>
  <PresentationFormat>On-screen Show (16:9)</PresentationFormat>
  <Paragraphs>146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922</cp:revision>
  <dcterms:modified xsi:type="dcterms:W3CDTF">2025-10-23T23:48:28Z</dcterms:modified>
</cp:coreProperties>
</file>