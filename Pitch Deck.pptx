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3"/>
  </p:notesMasterIdLst>
  <p:sldIdLst>
    <p:sldId id="330" r:id="rId2"/>
    <p:sldId id="260" r:id="rId3"/>
    <p:sldId id="350" r:id="rId4"/>
    <p:sldId id="355" r:id="rId5"/>
    <p:sldId id="351" r:id="rId6"/>
    <p:sldId id="345" r:id="rId7"/>
    <p:sldId id="352" r:id="rId8"/>
    <p:sldId id="353" r:id="rId9"/>
    <p:sldId id="349" r:id="rId10"/>
    <p:sldId id="333" r:id="rId11"/>
    <p:sldId id="354" r:id="rId12"/>
    <p:sldId id="348" r:id="rId13"/>
    <p:sldId id="331" r:id="rId14"/>
    <p:sldId id="335" r:id="rId15"/>
    <p:sldId id="337" r:id="rId16"/>
    <p:sldId id="323" r:id="rId17"/>
    <p:sldId id="324" r:id="rId18"/>
    <p:sldId id="326" r:id="rId19"/>
    <p:sldId id="320" r:id="rId20"/>
    <p:sldId id="343" r:id="rId21"/>
    <p:sldId id="321" r:id="rId22"/>
  </p:sldIdLst>
  <p:sldSz cx="9144000" cy="5143500" type="screen16x9"/>
  <p:notesSz cx="6858000" cy="9144000"/>
  <p:embeddedFontLst>
    <p:embeddedFont>
      <p:font typeface="Maven Pro" panose="020B0604020202020204" charset="0"/>
      <p:regular r:id="rId24"/>
      <p:bold r:id="rId25"/>
    </p:embeddedFont>
    <p:embeddedFont>
      <p:font typeface="Press Start 2P" panose="000005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9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6.pn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2.jpeg"/><Relationship Id="rId7" Type="http://schemas.openxmlformats.org/officeDocument/2006/relationships/image" Target="../media/image3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3.jpeg"/><Relationship Id="rId9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1.png"/><Relationship Id="rId4" Type="http://schemas.openxmlformats.org/officeDocument/2006/relationships/image" Target="../media/image38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81862" y="926808"/>
            <a:ext cx="382401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73" y="993704"/>
            <a:ext cx="571500" cy="857250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634" y="1018349"/>
            <a:ext cx="571500" cy="914400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330" y="2298932"/>
            <a:ext cx="800100" cy="1143000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8" y="3518197"/>
            <a:ext cx="1257300" cy="1143000"/>
          </a:xfrm>
          <a:prstGeom prst="rect">
            <a:avLst/>
          </a:prstGeom>
        </p:spPr>
      </p:pic>
      <p:pic>
        <p:nvPicPr>
          <p:cNvPr id="18" name="Picture 17" descr="A red dragon with yellow eyes and a black background&#10;&#10;AI-generated content may be incorrect.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5191" y="2112621"/>
            <a:ext cx="857250" cy="142875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293518" y="894264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5622544" y="923591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293518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22544" y="2163719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293518" y="35616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399214" y="1931829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Quirks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994173" y="1831551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957670" y="933165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994173" y="3641036"/>
            <a:ext cx="3581658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346256" y="987312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114" y="1060970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07" y="3677807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73" y="88744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9758" y="1897997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6683" y="1876409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994173" y="2736294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758" y="2769523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pixel art of a building">
            <a:extLst>
              <a:ext uri="{FF2B5EF4-FFF2-40B4-BE49-F238E27FC236}">
                <a16:creationId xmlns:a16="http://schemas.microsoft.com/office/drawing/2014/main" id="{0785CA79-B4CD-DB66-1B85-1DD0639334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72058" y="1599671"/>
            <a:ext cx="1217970" cy="36845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23189" y="3353456"/>
            <a:ext cx="374073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65008" y="2738606"/>
            <a:ext cx="491162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2069032" y="3207158"/>
            <a:ext cx="121201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4" name="Picture 3" descr="A pixel art of a computer&#10;&#10;AI-generated content may be incorrect.">
            <a:extLst>
              <a:ext uri="{FF2B5EF4-FFF2-40B4-BE49-F238E27FC236}">
                <a16:creationId xmlns:a16="http://schemas.microsoft.com/office/drawing/2014/main" id="{E095BE06-2921-3B73-F9C3-08D1E50EFE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868759" y="1613696"/>
            <a:ext cx="1267088" cy="1183914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7878" y="3241291"/>
            <a:ext cx="245713" cy="232062"/>
          </a:xfrm>
          <a:prstGeom prst="rect">
            <a:avLst/>
          </a:prstGeom>
        </p:spPr>
      </p:pic>
      <p:pic>
        <p:nvPicPr>
          <p:cNvPr id="18" name="Picture 17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31629D0C-9916-4B0A-A3CE-F67ABF47429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3890" y="2393277"/>
            <a:ext cx="352268" cy="27398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DF1A9F9-F6CD-611F-DEA9-33052BCC5AAC}"/>
              </a:ext>
            </a:extLst>
          </p:cNvPr>
          <p:cNvSpPr txBox="1"/>
          <p:nvPr/>
        </p:nvSpPr>
        <p:spPr>
          <a:xfrm>
            <a:off x="6273265" y="2434866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Magnetic</a:t>
            </a:r>
          </a:p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card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3204</TotalTime>
  <Words>1107</Words>
  <Application>Microsoft Office PowerPoint</Application>
  <PresentationFormat>On-screen Show (16:9)</PresentationFormat>
  <Paragraphs>178</Paragraphs>
  <Slides>21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676</cp:revision>
  <dcterms:modified xsi:type="dcterms:W3CDTF">2025-10-01T18:51:27Z</dcterms:modified>
</cp:coreProperties>
</file>