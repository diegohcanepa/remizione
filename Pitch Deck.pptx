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330" r:id="rId2"/>
    <p:sldId id="260" r:id="rId3"/>
    <p:sldId id="350" r:id="rId4"/>
    <p:sldId id="360" r:id="rId5"/>
    <p:sldId id="351" r:id="rId6"/>
    <p:sldId id="345" r:id="rId7"/>
    <p:sldId id="355" r:id="rId8"/>
    <p:sldId id="357" r:id="rId9"/>
    <p:sldId id="359" r:id="rId10"/>
    <p:sldId id="349" r:id="rId11"/>
    <p:sldId id="323" r:id="rId12"/>
    <p:sldId id="324" r:id="rId13"/>
    <p:sldId id="320" r:id="rId14"/>
    <p:sldId id="358" r:id="rId15"/>
    <p:sldId id="343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92293B"/>
    <a:srgbClr val="862536"/>
    <a:srgbClr val="BD6A62"/>
    <a:srgbClr val="000000"/>
    <a:srgbClr val="8F4D57"/>
    <a:srgbClr val="B73C05"/>
    <a:srgbClr val="80000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10FACEB-0C26-484F-57DF-B20FCC64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AFB87AD-8EC9-6F96-32B1-B4631F4602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42A4196-67A8-DD01-C482-955E723DC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187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microsoft.com/office/2007/relationships/hdphoto" Target="../media/hdphoto2.wdp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0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6.png"/><Relationship Id="rId10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7.png"/><Relationship Id="rId3" Type="http://schemas.openxmlformats.org/officeDocument/2006/relationships/image" Target="../media/image10.png"/><Relationship Id="rId7" Type="http://schemas.openxmlformats.org/officeDocument/2006/relationships/image" Target="../media/image22.png"/><Relationship Id="rId12" Type="http://schemas.microsoft.com/office/2007/relationships/hdphoto" Target="../media/hdphoto3.wdp"/><Relationship Id="rId17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17.png"/><Relationship Id="rId15" Type="http://schemas.openxmlformats.org/officeDocument/2006/relationships/image" Target="../media/image15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11" Type="http://schemas.openxmlformats.org/officeDocument/2006/relationships/image" Target="../media/image2.png"/><Relationship Id="rId5" Type="http://schemas.openxmlformats.org/officeDocument/2006/relationships/image" Target="../media/image31.png"/><Relationship Id="rId10" Type="http://schemas.openxmlformats.org/officeDocument/2006/relationships/image" Target="../media/image35.png"/><Relationship Id="rId4" Type="http://schemas.openxmlformats.org/officeDocument/2006/relationships/image" Target="../media/image30.png"/><Relationship Id="rId9" Type="http://schemas.microsoft.com/office/2007/relationships/hdphoto" Target="../media/hdphoto4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microsoft.com/office/2007/relationships/hdphoto" Target="../media/hdphoto5.wdp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microsoft.com/office/2007/relationships/hdphoto" Target="../media/hdphoto6.wdp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1.jpeg"/><Relationship Id="rId7" Type="http://schemas.openxmlformats.org/officeDocument/2006/relationships/image" Target="../media/image4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2.jpeg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13" Type="http://schemas.openxmlformats.org/officeDocument/2006/relationships/image" Target="../media/image51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jpeg"/><Relationship Id="rId11" Type="http://schemas.microsoft.com/office/2007/relationships/hdphoto" Target="../media/hdphoto7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9.png"/><Relationship Id="rId4" Type="http://schemas.openxmlformats.org/officeDocument/2006/relationships/image" Target="../media/image46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01665" y="1512618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dark ride, no one is safe.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21242327">
            <a:off x="280731" y="334092"/>
            <a:ext cx="1853805" cy="134132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" name="Picture 2" descr="A red dragon with yellow eyes and teeth&#10;&#10;AI-generated content may be incorrect.">
            <a:extLst>
              <a:ext uri="{FF2B5EF4-FFF2-40B4-BE49-F238E27FC236}">
                <a16:creationId xmlns:a16="http://schemas.microsoft.com/office/drawing/2014/main" id="{E86C6A3E-1646-1903-1C05-6C5476FF91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2786" y="3019738"/>
            <a:ext cx="518991" cy="9452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BC3029-CF0E-7C89-B59F-BEE6CE5D59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818184" y="538260"/>
            <a:ext cx="581212" cy="3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4D8F51A-20A0-3869-4A8E-03B81A4DBF97}"/>
              </a:ext>
            </a:extLst>
          </p:cNvPr>
          <p:cNvSpPr/>
          <p:nvPr/>
        </p:nvSpPr>
        <p:spPr>
          <a:xfrm>
            <a:off x="1116766" y="397240"/>
            <a:ext cx="6910465" cy="816346"/>
          </a:xfrm>
          <a:prstGeom prst="rect">
            <a:avLst/>
          </a:prstGeom>
          <a:solidFill>
            <a:schemeClr val="accent4">
              <a:lumMod val="95000"/>
              <a:lumOff val="5000"/>
            </a:schemeClr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006760" y="416522"/>
            <a:ext cx="7130476" cy="8163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where bizarre comedy collides with creepy monsters and absurd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801974" y="968315"/>
            <a:ext cx="3530162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and absurd/acid humor.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36991" y="968315"/>
            <a:ext cx="3802471" cy="1023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evil creatures, hidden secrets, hell rings, captive celebrities and unpredictable surprises.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801972" y="1997238"/>
            <a:ext cx="3642611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sibling has unique perks and flaws adding variety and humor to every playthrough.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637375" y="2126163"/>
            <a:ext cx="3822491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Font typeface="Maven Pro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8C82A2-04D6-862E-C64F-F873ADA10E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D50014C-EF5D-87E6-56D2-DAB9C28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FDD7D7A-9433-1F0D-9EBB-C2560300F8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2152CDD0-8A55-9B2A-6BB6-8E7396BBC1F9}"/>
              </a:ext>
            </a:extLst>
          </p:cNvPr>
          <p:cNvSpPr txBox="1">
            <a:spLocks/>
          </p:cNvSpPr>
          <p:nvPr/>
        </p:nvSpPr>
        <p:spPr>
          <a:xfrm>
            <a:off x="1540366" y="1088549"/>
            <a:ext cx="6063267" cy="236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Binding of Isaac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structure, replayability, and run-driven progression.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South Park / Day of the Tentacle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Absurd, irreverent humor with eccentric characters and surreal situations.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Cult of the Lamb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Dark-comedy aesthetic and a playful contrast between cute art and sinister themes.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77CB2AA3-EF84-1617-5E58-9F29B987631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INSPIRATIONS &amp; POSITIONING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EA0F6D9-36E8-86EA-2DDE-BEDB8A8BB8C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F6FA54-6C5B-62C1-7738-B4CB2D68B17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95889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520497" y="1137475"/>
            <a:ext cx="6103001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Roguelite/action-adventure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Pixel art/retro style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Business model: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Premium + (DLCs/expansions)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Price point:   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USD 14.99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EC826F-A6C9-DCAC-0ED0-6B5193D3D3E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Scary Castle, a grotesque dark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ghost train… and never came out. The park was shut down that very same day, leaving the attraction to rot as a haunted mystery.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08F1168-0300-0B7D-104A-41C66688122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76" y="1071501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084" y="1057818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285" y="3676311"/>
            <a:ext cx="944004" cy="858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12861" y="1821321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712321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Identical twins with different fathers — their perennial family scandal. They run Mysterious Mysteries magazine and still live with their mom, chasing a scoop that finally matters.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52234" y="2893012"/>
            <a:ext cx="6465323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55795" y="1863060"/>
            <a:ext cx="6735147" cy="850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 gas-leak accident while roasting a sinner. As a child he dreamed of running a horror attraction. Now he has one — and no one leaves.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09" y="3809701"/>
            <a:ext cx="6735147" cy="714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famed designer of horror attractions. On opening day, he and several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213" y="2894102"/>
            <a:ext cx="533742" cy="76248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4015377-3A73-2824-ADD6-1A24DE8B36F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2847539" y="208880"/>
            <a:ext cx="3439188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1126328" y="1448654"/>
            <a:ext cx="9479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015265" y="3231861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200" y="3330605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351488" y="1516625"/>
            <a:ext cx="19611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sz="900" dirty="0"/>
              <a:t>Find the coin.</a:t>
            </a:r>
            <a:endParaRPr lang="en-US" sz="900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90714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4597" y="369353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36409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5035232" y="3673034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597" y="3536798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340975">
            <a:off x="6947474" y="3740353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RAM to expand Percival’s computer memory.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1881437" y="3483354"/>
            <a:ext cx="189917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+RAM unlocks deeper tiers, revealing new areas and benefits within the ghost train.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29383" y="2205142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223873">
            <a:off x="7532322" y="1599986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453" y="2009403"/>
            <a:ext cx="501447" cy="41423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9718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40356" y="2030236"/>
            <a:ext cx="264652" cy="390524"/>
          </a:xfrm>
          <a:prstGeom prst="rect">
            <a:avLst/>
          </a:prstGeom>
          <a:effectLst/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95744" y="1875210"/>
            <a:ext cx="304582" cy="429223"/>
          </a:xfrm>
          <a:prstGeom prst="rect">
            <a:avLst/>
          </a:prstGeom>
          <a:effectLst/>
        </p:spPr>
      </p:pic>
      <p:pic>
        <p:nvPicPr>
          <p:cNvPr id="25" name="Picture 24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A45B1A07-F374-6352-7E81-E041B18FD2D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1649305" y="1862316"/>
            <a:ext cx="304582" cy="4495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0BFAF55-72FF-4658-AED9-BBD3C57CD1E4}"/>
              </a:ext>
            </a:extLst>
          </p:cNvPr>
          <p:cNvSpPr txBox="1"/>
          <p:nvPr/>
        </p:nvSpPr>
        <p:spPr>
          <a:xfrm>
            <a:off x="470254" y="4347618"/>
            <a:ext cx="32048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RAM = Metaprogression Tree.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0E9B4CA-3AE9-CF78-A338-47F0A6879CD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DYNAMIC 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Left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Single-use consumables with a wide array of immediate effects to aid your progress through the ride.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powers, masks, hats.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48384" y="1325114"/>
            <a:ext cx="471718" cy="47171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538" y="2324083"/>
            <a:ext cx="343409" cy="34340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53500" y="3274142"/>
            <a:ext cx="428907" cy="42890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 flipH="1">
            <a:off x="967116" y="1365825"/>
            <a:ext cx="350421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Right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295FCA-C5E5-A0B2-3AA3-3B38A68FE3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2743" y="2312163"/>
            <a:ext cx="350422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BD2FA5C-95A3-5028-BBAE-0E0CE8816FF0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07670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364105" y="32193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Engine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stable procedural engine built to scale seamlessly from its current core into a high-density asset library.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907670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 in the prototype.</a:t>
            </a:r>
          </a:p>
        </p:txBody>
      </p:sp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1486" y="3428954"/>
            <a:ext cx="1096097" cy="9964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AD658D-4465-753F-125B-D26B7832C80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portable.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4F20C5-6ADD-7FE4-E213-0659C1124BB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170k USD (*)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C201B9-0A6C-E119-C135-E10D85A670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87580" y="1175894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allows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33BD65B2-FBA7-8812-7264-362591C673BD}"/>
              </a:ext>
            </a:extLst>
          </p:cNvPr>
          <p:cNvSpPr txBox="1">
            <a:spLocks/>
          </p:cNvSpPr>
          <p:nvPr/>
        </p:nvSpPr>
        <p:spPr>
          <a:xfrm>
            <a:off x="1409076" y="2760489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Aca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ponerlo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inspiracional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recorder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charla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con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mateo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todo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horizonte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 expansion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tiene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juego.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lo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proyecte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que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lee </a:t>
            </a:r>
            <a:r>
              <a:rPr lang="en-US" sz="1000" dirty="0" err="1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el</a:t>
            </a:r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deck.</a:t>
            </a:r>
            <a:endParaRPr lang="en-US" sz="900" dirty="0">
              <a:solidFill>
                <a:schemeClr val="tx1">
                  <a:lumMod val="60000"/>
                  <a:lumOff val="4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0E4D2D-8ABE-B591-6487-D29B416B90A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274231" y="4491656"/>
            <a:ext cx="697381" cy="50459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6242</TotalTime>
  <Words>967</Words>
  <Application>Microsoft Office PowerPoint</Application>
  <PresentationFormat>On-screen Show (16:9)</PresentationFormat>
  <Paragraphs>138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Maven Pro</vt:lpstr>
      <vt:lpstr>Press Start 2P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1265</cp:revision>
  <dcterms:modified xsi:type="dcterms:W3CDTF">2026-01-03T04:48:00Z</dcterms:modified>
</cp:coreProperties>
</file>