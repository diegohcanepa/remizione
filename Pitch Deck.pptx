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38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9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openxmlformats.org/officeDocument/2006/relationships/image" Target="../media/image39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11" Type="http://schemas.microsoft.com/office/2007/relationships/hdphoto" Target="../media/hdphoto3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54654" y="1017558"/>
            <a:ext cx="368570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03648" y="1027615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30463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797680" y="1439100"/>
            <a:ext cx="260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634764" y="2520920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36694" y="2141970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96216" y="2278265"/>
            <a:ext cx="59255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8014434" y="1431308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433042" y="951589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81092" y="1165388"/>
            <a:ext cx="283521" cy="220516"/>
          </a:xfrm>
          <a:prstGeom prst="rect">
            <a:avLst/>
          </a:prstGeom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892306" y="3671901"/>
            <a:ext cx="1902754" cy="846287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3533717" y="4230306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391907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41000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400957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39190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630472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587456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513794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613578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400957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564599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4297</TotalTime>
  <Words>960</Words>
  <Application>Microsoft Office PowerPoint</Application>
  <PresentationFormat>On-screen Show (16:9)</PresentationFormat>
  <Paragraphs>141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855</cp:revision>
  <dcterms:modified xsi:type="dcterms:W3CDTF">2025-10-17T18:04:12Z</dcterms:modified>
</cp:coreProperties>
</file>