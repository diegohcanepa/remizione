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8"/>
  </p:notesMasterIdLst>
  <p:sldIdLst>
    <p:sldId id="256" r:id="rId2"/>
    <p:sldId id="260" r:id="rId3"/>
    <p:sldId id="311" r:id="rId4"/>
    <p:sldId id="326" r:id="rId5"/>
    <p:sldId id="317" r:id="rId6"/>
    <p:sldId id="318" r:id="rId7"/>
    <p:sldId id="319" r:id="rId8"/>
    <p:sldId id="316" r:id="rId9"/>
    <p:sldId id="325" r:id="rId10"/>
    <p:sldId id="312" r:id="rId11"/>
    <p:sldId id="315" r:id="rId12"/>
    <p:sldId id="322" r:id="rId13"/>
    <p:sldId id="338" r:id="rId14"/>
    <p:sldId id="327" r:id="rId15"/>
    <p:sldId id="328" r:id="rId16"/>
    <p:sldId id="330" r:id="rId17"/>
    <p:sldId id="331" r:id="rId18"/>
    <p:sldId id="333" r:id="rId19"/>
    <p:sldId id="334" r:id="rId20"/>
    <p:sldId id="335" r:id="rId21"/>
    <p:sldId id="337" r:id="rId22"/>
    <p:sldId id="339" r:id="rId23"/>
    <p:sldId id="323" r:id="rId24"/>
    <p:sldId id="324" r:id="rId25"/>
    <p:sldId id="320" r:id="rId26"/>
    <p:sldId id="321" r:id="rId27"/>
  </p:sldIdLst>
  <p:sldSz cx="9144000" cy="5143500" type="screen16x9"/>
  <p:notesSz cx="6858000" cy="9144000"/>
  <p:embeddedFontLst>
    <p:embeddedFont>
      <p:font typeface="Maven Pro" panose="020B0604020202020204" charset="0"/>
      <p:regular r:id="rId29"/>
      <p:bold r:id="rId30"/>
    </p:embeddedFont>
    <p:embeddedFont>
      <p:font typeface="Press Start 2P" panose="00000500000000000000" pitchFamily="2" charset="0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4D57"/>
    <a:srgbClr val="AB5130"/>
    <a:srgbClr val="52333F"/>
    <a:srgbClr val="800000"/>
    <a:srgbClr val="BD6A62"/>
    <a:srgbClr val="F6CA15"/>
    <a:srgbClr val="CCCC00"/>
    <a:srgbClr val="F0B541"/>
    <a:srgbClr val="FF9933"/>
    <a:srgbClr val="E645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7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82875E9-27A2-3C49-1D62-10E06056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59571C4-C56F-06DC-7FB1-5CE9F156B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9EDA3B-E13C-3B18-1F1E-AA1FA4A52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695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3C3F598-5512-431F-27EB-57FCD88B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F904204-4C62-D1DD-07DF-71D1158A0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37DC1BDE-B7D2-745B-F22C-9631757D4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005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D7D1845E-975B-A33A-A53F-01F9585B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8B5B6EC-2A60-5984-3E04-5C1E56630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43670A9B-C312-5532-7D12-4F22B7298E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2888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70E1E3C-7897-9789-4045-4E2719CF6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7D8F75EC-961B-A0F1-2B26-0A04A8124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3B7CB06-99B0-EE5E-F0EA-8AC4A18FA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9687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6399B5-E114-24AB-1C08-5BF0EF2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1BEEEB24-5EB5-682C-D2B4-AACAC5A68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2D2093F-64EF-878F-0029-D6CECBB8DC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12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6F6FE94-7BC2-26C1-E44D-469310551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5678F27-9769-0866-5D0B-FD5BEAB2FF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E7634D8D-9DEB-7333-9CC2-2F82F90C6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3121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B36EFF47-599B-30D7-452B-3AD4B00B8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0A41FF68-8463-EC70-94F6-793B8C59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C0D3BA32-6F6C-9BEE-0DBB-512A7B22B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798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0293FD43-4699-F63C-474C-31139402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44E095F7-06E3-02CE-D0B0-3D3B0D086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B6B7DB37-4B3B-3197-4982-07341BBE1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839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59800AC7-E31E-3063-7D39-42896FC8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62D457C9-A18D-720D-D2AC-9B3A1B5D8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C346CC1-6A55-4589-C391-A5B1913D8F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1359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>
          <a:extLst>
            <a:ext uri="{FF2B5EF4-FFF2-40B4-BE49-F238E27FC236}">
              <a16:creationId xmlns:a16="http://schemas.microsoft.com/office/drawing/2014/main" id="{58ED8A5F-CE5B-79F6-AF7B-CA1F8F70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>
            <a:extLst>
              <a:ext uri="{FF2B5EF4-FFF2-40B4-BE49-F238E27FC236}">
                <a16:creationId xmlns:a16="http://schemas.microsoft.com/office/drawing/2014/main" id="{EC5C9D01-0B94-DF03-3314-71C805DA4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>
            <a:extLst>
              <a:ext uri="{FF2B5EF4-FFF2-40B4-BE49-F238E27FC236}">
                <a16:creationId xmlns:a16="http://schemas.microsoft.com/office/drawing/2014/main" id="{22D684D1-198A-4850-36DC-CC2944A220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058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3366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indiesruption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595780" y="1288625"/>
            <a:ext cx="5952440" cy="5739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1400" dirty="0">
                <a:solidFill>
                  <a:srgbClr val="8F4D57"/>
                </a:solidFill>
              </a:rPr>
              <a:t>When hell wants a ghost train, no one is safe.</a:t>
            </a: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606561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AB5130"/>
                </a:solidFill>
              </a:rPr>
              <a:t>REMIZIONE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77CD3-1A65-914C-B261-4BE2BB959A67}"/>
              </a:ext>
            </a:extLst>
          </p:cNvPr>
          <p:cNvSpPr txBox="1"/>
          <p:nvPr/>
        </p:nvSpPr>
        <p:spPr>
          <a:xfrm>
            <a:off x="3402449" y="3712574"/>
            <a:ext cx="23391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6CA15"/>
                </a:solidFill>
                <a:latin typeface="Press Start 2P" panose="00000500000000000000" pitchFamily="2" charset="0"/>
              </a:rPr>
              <a:t>By Indiesruption</a:t>
            </a:r>
          </a:p>
        </p:txBody>
      </p:sp>
      <p:pic>
        <p:nvPicPr>
          <p:cNvPr id="15" name="Picture 14" descr="A yellow ball with wings and a black background&#10;&#10;AI-generated content may be incorrect.">
            <a:extLst>
              <a:ext uri="{FF2B5EF4-FFF2-40B4-BE49-F238E27FC236}">
                <a16:creationId xmlns:a16="http://schemas.microsoft.com/office/drawing/2014/main" id="{A91F8DE5-F92B-A53E-5266-3D97D51A13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93" b="10103"/>
          <a:stretch>
            <a:fillRect/>
          </a:stretch>
        </p:blipFill>
        <p:spPr>
          <a:xfrm>
            <a:off x="3891909" y="2571750"/>
            <a:ext cx="1360182" cy="11167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FE8D09-385D-19CC-B21B-1FE9FC336EB3}"/>
              </a:ext>
            </a:extLst>
          </p:cNvPr>
          <p:cNvSpPr txBox="1"/>
          <p:nvPr/>
        </p:nvSpPr>
        <p:spPr>
          <a:xfrm>
            <a:off x="7261061" y="138571"/>
            <a:ext cx="18004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52333F"/>
                </a:solidFill>
                <a:latin typeface="Press Start 2P" panose="00000500000000000000" pitchFamily="2" charset="0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717450" y="225131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Overview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81473" y="1227046"/>
            <a:ext cx="698105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 2D procedural roguelite adventure with permadeath, dark humor, missing celebrities, ridiculous monsters and hundred of items.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Two mediocre journalists against a demon-possessed ghost train. Every room is a ticking time bomb, every monster a cruel joke, and every cart you push is your only shot at escape.</a:t>
            </a:r>
            <a:endParaRPr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37261C2-E554-BDA3-809B-910328966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93" y="3924909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393C2DE5-CEC6-ED5E-DDE1-1263A050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825208" y="3983316"/>
            <a:ext cx="57150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C20DCB5-CFC1-13FD-C801-E2F4E227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C192364-E381-EB17-974B-88B0574F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Specifications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B12A6F6-08FC-0869-A660-A142C2E9BE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49217" y="1099641"/>
            <a:ext cx="6138173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Genre: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roguelite adventure.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Graphic style: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Pixel-art / 2.5D.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Rating: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Adult language, some blood.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Audience: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roguelike players and indie fans, 16+ years old.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Development Platform: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MonoGame/C#</a:t>
            </a:r>
          </a:p>
        </p:txBody>
      </p:sp>
      <p:pic>
        <p:nvPicPr>
          <p:cNvPr id="3" name="Picture 2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D320EBAA-263B-2492-E802-4ABC8EF4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99815" y="3709128"/>
            <a:ext cx="80665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74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DC74442-6CB9-3B3E-2DF3-902CE1AB43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Who We Are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00545" y="994708"/>
            <a:ext cx="674291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Veteran indie developers with 30+ years of industry experience.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Published 3 games on PC and all major consoles (PlayStation, Xbox, Switch). All with the same publisher, proving both trust in our work and our reliability as long-term partners.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Our games have earned multiple awards, recognized for creativity and originality.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Passion-driven team focused on delivering unique, and unforgettable experiences.</a:t>
            </a:r>
          </a:p>
        </p:txBody>
      </p:sp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32EA34DB-0FFB-BABC-45AA-48FA3C701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14A1B33-924F-C42C-5622-4047D00382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28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019D6BE-C0A5-8020-2027-6C04C4022226}"/>
              </a:ext>
            </a:extLst>
          </p:cNvPr>
          <p:cNvSpPr txBox="1">
            <a:spLocks/>
          </p:cNvSpPr>
          <p:nvPr/>
        </p:nvSpPr>
        <p:spPr>
          <a:xfrm>
            <a:off x="768221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Mystery of Snuggleville</a:t>
            </a:r>
          </a:p>
          <a:p>
            <a:pPr algn="ctr"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 Snuggleville, a town famous for gossip and its amusement park, everything was laughter and cotton candy. At least, until the grand opening of Remizione, a ghost train so ambitious its creator was a deranged obsessive who even kept track of the puppets’ warts.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the premiere, they invited the 12 most “important” personalities of the town. They boarded smiling, of course. Did they come back? Not a chance. The creator? Gone too. The park, turned into a cursed meme and went bankrupt faster than a politician’s morals.</a:t>
            </a:r>
          </a:p>
        </p:txBody>
      </p:sp>
    </p:spTree>
    <p:extLst>
      <p:ext uri="{BB962C8B-B14F-4D97-AF65-F5344CB8AC3E}">
        <p14:creationId xmlns:p14="http://schemas.microsoft.com/office/powerpoint/2010/main" val="903036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EE3EFC0-8FF1-8C88-9661-E159BDB4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1DFFFF5B-04E2-42C6-743D-75FAC4BC0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FD9671E-9B31-9C0C-1DB7-B08F30288F1E}"/>
              </a:ext>
            </a:extLst>
          </p:cNvPr>
          <p:cNvSpPr txBox="1">
            <a:spLocks/>
          </p:cNvSpPr>
          <p:nvPr/>
        </p:nvSpPr>
        <p:spPr>
          <a:xfrm>
            <a:off x="768246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Most Unlikely Heroes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Many years later, twins Edmundo and Berta Idle, editors of Mysterious Mysteries magazine, decide to investigate the case. Their plan: sneak into the abandoned park at night, armed with more enthusiasm than brains and dreaming of a Pulitzer Prize.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What they don’t know is that the ride is now home to Mandinga, a frustrated demon who, as a child, dreamed of having his very own ghost train—and isn’t about to give it up.</a:t>
            </a:r>
          </a:p>
        </p:txBody>
      </p:sp>
    </p:spTree>
    <p:extLst>
      <p:ext uri="{BB962C8B-B14F-4D97-AF65-F5344CB8AC3E}">
        <p14:creationId xmlns:p14="http://schemas.microsoft.com/office/powerpoint/2010/main" val="4125863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BDC17088-3EBD-136B-4A40-4026446C7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90B3AC64-5AAB-673C-42A2-61E42D6C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4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A5797C6C-D604-8583-D088-57411C24F938}"/>
              </a:ext>
            </a:extLst>
          </p:cNvPr>
          <p:cNvSpPr txBox="1">
            <a:spLocks/>
          </p:cNvSpPr>
          <p:nvPr/>
        </p:nvSpPr>
        <p:spPr>
          <a:xfrm>
            <a:off x="768221" y="1106480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A Journey Bound to Go Wrong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 a night full of absurd scares and very real danger, the Idle twins face a challenge way beyond their league.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Will the twins manage to become the town’s heroes? Or will they end up trapped forever with the others? 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One thing is certain: what they’re about to experience is a monumental stupidity.</a:t>
            </a:r>
          </a:p>
        </p:txBody>
      </p:sp>
      <p:pic>
        <p:nvPicPr>
          <p:cNvPr id="4" name="Picture 3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441BCC3-5DB9-58CC-BA9A-A1EAB0069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344" y="3918712"/>
            <a:ext cx="571500" cy="914400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D1FFAB1-499C-969B-58B6-C602645FE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001936" y="3975862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29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05E3E87C-07D7-F3F3-2C64-9167B888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54DE6E0-3E5A-7625-F8BC-406F3F42C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4B8BBCFE-17C0-31CE-E552-926C002660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0286" y="1022014"/>
            <a:ext cx="70834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Explore an evil ghost train filled with evil creatures, traps, puzzles, items and secrets.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Simple 2D bizarre action. Push carts and face grotesque monsters and bosses.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Permadeath: each death teaches something new and unlocks items.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Creatures spits out items and energy to power each exit cart; your choices shape survival.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Meta-objectives: rescue missing celebrities together with the ride’s creator.</a:t>
            </a:r>
          </a:p>
        </p:txBody>
      </p:sp>
    </p:spTree>
    <p:extLst>
      <p:ext uri="{BB962C8B-B14F-4D97-AF65-F5344CB8AC3E}">
        <p14:creationId xmlns:p14="http://schemas.microsoft.com/office/powerpoint/2010/main" val="2429485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7F92BE7-960D-34A7-3D0E-A486740D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FC7B9843-0163-D72F-A279-607895F20B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D650DE06-3101-1F1D-6E24-53D1E44B7F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167" y="1179410"/>
            <a:ext cx="8155661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Choose which twin to ride the ghost train—each with unique traits. Some areas of the attraction can only be unlocked by a specific character.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Find the ride’s deranged designer to unlock the abandoned park’s ATM, where your hard-earned tickets turn into points to buy unique items and hidden areas of the attraction.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Rescue twisted parodies of real-world celebrities—each with a ridiculous name and a bizarre quirk that mocks their persona. For example, Bill Doors might give you a tip for the ATM, only to trigger a Windows-style “blue screen of death” error.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26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AD58A570-97FC-D60B-AE8B-84EC1A6FF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42D8231-D375-BDDB-3AA3-3E46C8E8F9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E59BED5C-9ACE-29D6-91CE-98F38D025527}"/>
              </a:ext>
            </a:extLst>
          </p:cNvPr>
          <p:cNvSpPr txBox="1">
            <a:spLocks/>
          </p:cNvSpPr>
          <p:nvPr/>
        </p:nvSpPr>
        <p:spPr>
          <a:xfrm>
            <a:off x="957096" y="1116986"/>
            <a:ext cx="722975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Unique art and humor blending the grotesque with the comedic.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Procedurally generated levels making every run unpredictable.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Bizarre creatures and items. Everyday amenities—like toilets and kiosks—remain in use inside the attraction.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Earn tickets and exchange them for strange but useful souvenirs.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’90s-style MIDI-inspired soundtrack combining jazz, lounge, and retro adventure vibes to match the humor and chaos of the game.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046FB048-7B42-D2DD-B242-D4B9246D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21863" flipH="1">
            <a:off x="7074414" y="4443837"/>
            <a:ext cx="914400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73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93F8DD1F-AEE0-2EBD-FB5C-AD70427AD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2B56387C-23F8-0E7E-B964-47786892E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3BBCC2C-FD49-30B4-D1AA-1F0F7730982C}"/>
              </a:ext>
            </a:extLst>
          </p:cNvPr>
          <p:cNvSpPr txBox="1">
            <a:spLocks/>
          </p:cNvSpPr>
          <p:nvPr/>
        </p:nvSpPr>
        <p:spPr>
          <a:xfrm>
            <a:off x="812306" y="1064519"/>
            <a:ext cx="7519336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Risk/reward mechanics (optional bosses, secret rooms).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Atmospheric 2D lighting — sometimes only your items can pierce it.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Encounter a cast of bizarre characters, from Mandinga—the demon that hijacked the ghost train—to his assistant Sister Ham, and countless other oddballs populating the ride.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Break dungeon gates with your items, run after run, until you finally face the boss and rescue a lost celebrity.</a:t>
            </a:r>
          </a:p>
          <a:p>
            <a:pPr marL="171450" indent="-1714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593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45E9FA8-FCC8-C729-E049-85878A428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D1036F77-09C1-4DB1-07F8-A69EC9A1F2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5760" y="32240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Inventory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B42E67C-23FC-8C3E-34A6-389B3FCEDD7F}"/>
              </a:ext>
            </a:extLst>
          </p:cNvPr>
          <p:cNvSpPr txBox="1">
            <a:spLocks/>
          </p:cNvSpPr>
          <p:nvPr/>
        </p:nvSpPr>
        <p:spPr>
          <a:xfrm>
            <a:off x="745760" y="1057851"/>
            <a:ext cx="7652479" cy="3551624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Junk: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Odd gadgets you can equip to whack, poke, or do something questionably useful.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Consumables: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Eat or drink anything: from healing snacks to chili-powered speed boosts.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Key items: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Scene-specific tools for interacting with the environment: pick locks, operate machines, use kiosks, trigger devices.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Trinkets: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Passive oddities with quirky powers. One at a time, so choose your curse wisely.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Perks &amp; Flaws: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</p:spTree>
    <p:extLst>
      <p:ext uri="{BB962C8B-B14F-4D97-AF65-F5344CB8AC3E}">
        <p14:creationId xmlns:p14="http://schemas.microsoft.com/office/powerpoint/2010/main" val="617176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>
          <a:extLst>
            <a:ext uri="{FF2B5EF4-FFF2-40B4-BE49-F238E27FC236}">
              <a16:creationId xmlns:a16="http://schemas.microsoft.com/office/drawing/2014/main" id="{C64EAA93-1721-BC85-30CA-5C7E0C194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33">
            <a:extLst>
              <a:ext uri="{FF2B5EF4-FFF2-40B4-BE49-F238E27FC236}">
                <a16:creationId xmlns:a16="http://schemas.microsoft.com/office/drawing/2014/main" id="{53C5982A-982E-9EB0-4AC2-4BB9AE06E7F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712787" y="2033444"/>
            <a:ext cx="7718425" cy="73183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AB5130"/>
                </a:solidFill>
              </a:rPr>
              <a:t>Look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3600" dirty="0">
                <a:solidFill>
                  <a:srgbClr val="AB5130"/>
                </a:solidFill>
              </a:rPr>
              <a:t>&amp; 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3600" dirty="0">
                <a:solidFill>
                  <a:srgbClr val="AB5130"/>
                </a:solidFill>
              </a:rPr>
              <a:t>Feel</a:t>
            </a:r>
          </a:p>
        </p:txBody>
      </p:sp>
    </p:spTree>
    <p:extLst>
      <p:ext uri="{BB962C8B-B14F-4D97-AF65-F5344CB8AC3E}">
        <p14:creationId xmlns:p14="http://schemas.microsoft.com/office/powerpoint/2010/main" val="318671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07CBC33B-E902-C9C1-E4A2-DB31CB7DE3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914966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704747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520A34BF-F6DA-A8CB-13AF-57B4402462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78948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80995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AE691B5A-1392-38BA-3EF5-742B618FEB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367519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266289" y="97437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39D306-BBE1-54B8-D927-D6DA7E79A9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907583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23457131" imgH="13194723" progId="">
                  <p:embed/>
                </p:oleObj>
              </mc:Choice>
              <mc:Fallback>
                <p:oleObj r:id="rId3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9023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D6570-631D-946D-F571-B3634B9B61FA}"/>
              </a:ext>
            </a:extLst>
          </p:cNvPr>
          <p:cNvSpPr txBox="1"/>
          <p:nvPr/>
        </p:nvSpPr>
        <p:spPr>
          <a:xfrm>
            <a:off x="7066535" y="97437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0500CB-5776-7D8A-4813-57E210F15183}"/>
              </a:ext>
            </a:extLst>
          </p:cNvPr>
          <p:cNvSpPr txBox="1"/>
          <p:nvPr/>
        </p:nvSpPr>
        <p:spPr>
          <a:xfrm>
            <a:off x="7066535" y="97439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78FB3C6-D040-27C0-5DCA-923B4B80EA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383947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3A94ABC-D25A-A9C7-92DF-C42CDB8CA0FB}"/>
              </a:ext>
            </a:extLst>
          </p:cNvPr>
          <p:cNvSpPr txBox="1"/>
          <p:nvPr/>
        </p:nvSpPr>
        <p:spPr>
          <a:xfrm>
            <a:off x="7066535" y="97437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1781268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FF335F1-C8A9-3024-0C02-3494A47B4C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3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Current Status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75206" y="1042648"/>
            <a:ext cx="719353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Proprietary engine ready - developed in C# with MonoGame has its own scripting language and has proven its robustness and efficiency across 3 shipped titles for PC and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Core gameplay loop defined and playable in prototype form.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 level generation implemented and stable.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management functional.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Visual identity and bizarre humor strongly established.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3A39A8C-8340-EA93-71E8-78AFCC1F0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Needs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7424" y="1050929"/>
            <a:ext cx="770910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Funding to produce and create the whole content (levels, items, characters, monsters and environments.)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Marketing and publishing + trailers production.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Professional translations.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Porting - we don’t handle console porting, but our code is 100% AOT compatible to ensure smooth and efficient transition for potential platform development.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5CEA2DF-8855-B6F2-94E4-C6E5073B6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49" y="3836559"/>
            <a:ext cx="13144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348F0E1-AB40-8BC8-1E51-80D46F4B2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9258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Production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53903" y="989585"/>
            <a:ext cx="69183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time: 14 months.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cost with recoup: </a:t>
            </a:r>
            <a:r>
              <a:rPr lang="en-US" sz="1200" dirty="0" err="1">
                <a:solidFill>
                  <a:srgbClr val="8F4D57"/>
                </a:solidFill>
                <a:latin typeface="Press Start 2P" panose="00000500000000000000" pitchFamily="2" charset="0"/>
              </a:rPr>
              <a:t>xxxK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U$S (*)</a:t>
            </a:r>
          </a:p>
          <a:p>
            <a:pPr marL="742950" lvl="1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Game Designers (2)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Writer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Original soundtrack production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22133" y="4303816"/>
            <a:ext cx="4781863" cy="74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rgbClr val="52333F"/>
              </a:solidFill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rgbClr val="52333F"/>
                </a:solidFill>
                <a:latin typeface="Press Start 2P" panose="00000500000000000000" pitchFamily="2" charset="0"/>
              </a:rPr>
              <a:t>(*) Does not include trailer production, translations and console porting.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3957" y="3250484"/>
            <a:ext cx="6917960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3200" dirty="0">
                <a:solidFill>
                  <a:srgbClr val="F6CA15"/>
                </a:solidFill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122" y="585465"/>
            <a:ext cx="4136911" cy="2665019"/>
          </a:xfrm>
          <a:prstGeom prst="rect">
            <a:avLst/>
          </a:prstGeom>
        </p:spPr>
      </p:pic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6BDF5982-633B-86FA-6FA7-C6EE42A7023E}"/>
              </a:ext>
            </a:extLst>
          </p:cNvPr>
          <p:cNvSpPr txBox="1">
            <a:spLocks/>
          </p:cNvSpPr>
          <p:nvPr/>
        </p:nvSpPr>
        <p:spPr>
          <a:xfrm>
            <a:off x="1013957" y="4453848"/>
            <a:ext cx="6917960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1600" dirty="0">
                <a:solidFill>
                  <a:srgbClr val="F6CA15"/>
                </a:solidFill>
                <a:latin typeface="Press Start 2P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indiesruption.com</a:t>
            </a:r>
            <a:endParaRPr lang="en-US" sz="16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937</TotalTime>
  <Words>1143</Words>
  <Application>Microsoft Office PowerPoint</Application>
  <PresentationFormat>On-screen Show (16:9)</PresentationFormat>
  <Paragraphs>121</Paragraphs>
  <Slides>26</Slides>
  <Notes>18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Press Start 2P</vt:lpstr>
      <vt:lpstr>Maven Pro</vt:lpstr>
      <vt:lpstr>Super Pixel Vintage Gaming by Slidesgo</vt:lpstr>
      <vt:lpstr>When hell wants a ghost train, no one is safe.</vt:lpstr>
      <vt:lpstr>Overview</vt:lpstr>
      <vt:lpstr>Specifications</vt:lpstr>
      <vt:lpstr>Who We Are</vt:lpstr>
      <vt:lpstr>Background Story (1/3)</vt:lpstr>
      <vt:lpstr>Background Story (2/3)</vt:lpstr>
      <vt:lpstr>Background Story (3/3)</vt:lpstr>
      <vt:lpstr>Gameplay (1/2)</vt:lpstr>
      <vt:lpstr>Gameplay (2/2)</vt:lpstr>
      <vt:lpstr>Key Features (1/2)</vt:lpstr>
      <vt:lpstr>Key Features (2/2)</vt:lpstr>
      <vt:lpstr>Inventory</vt:lpstr>
      <vt:lpstr>Look &amp;  Feel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Current Status</vt:lpstr>
      <vt:lpstr>Needs</vt:lpstr>
      <vt:lpstr>Production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215</cp:revision>
  <dcterms:modified xsi:type="dcterms:W3CDTF">2025-09-02T18:37:51Z</dcterms:modified>
</cp:coreProperties>
</file>