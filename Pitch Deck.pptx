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8"/>
  </p:notesMasterIdLst>
  <p:sldIdLst>
    <p:sldId id="330" r:id="rId2"/>
    <p:sldId id="260" r:id="rId3"/>
    <p:sldId id="350" r:id="rId4"/>
    <p:sldId id="360" r:id="rId5"/>
    <p:sldId id="351" r:id="rId6"/>
    <p:sldId id="345" r:id="rId7"/>
    <p:sldId id="355" r:id="rId8"/>
    <p:sldId id="357" r:id="rId9"/>
    <p:sldId id="359" r:id="rId10"/>
    <p:sldId id="349" r:id="rId11"/>
    <p:sldId id="323" r:id="rId12"/>
    <p:sldId id="324" r:id="rId13"/>
    <p:sldId id="320" r:id="rId14"/>
    <p:sldId id="358" r:id="rId15"/>
    <p:sldId id="343" r:id="rId16"/>
    <p:sldId id="321" r:id="rId17"/>
  </p:sldIdLst>
  <p:sldSz cx="9144000" cy="5143500" type="screen16x9"/>
  <p:notesSz cx="6858000" cy="9144000"/>
  <p:embeddedFontLst>
    <p:embeddedFont>
      <p:font typeface="Maven Pro" panose="020B0604020202020204" charset="0"/>
      <p:regular r:id="rId19"/>
      <p:bold r:id="rId20"/>
    </p:embeddedFont>
    <p:embeddedFont>
      <p:font typeface="Press Start 2P" panose="00000500000000000000" pitchFamily="2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4F"/>
    <a:srgbClr val="AB5130"/>
    <a:srgbClr val="92293B"/>
    <a:srgbClr val="862536"/>
    <a:srgbClr val="BD6A62"/>
    <a:srgbClr val="000000"/>
    <a:srgbClr val="8F4D57"/>
    <a:srgbClr val="B73C05"/>
    <a:srgbClr val="800000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610FACEB-0C26-484F-57DF-B20FCC648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AFB87AD-8EC9-6F96-32B1-B4631F4602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342A4196-67A8-DD01-C482-955E723DC9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21876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FD44D77-5B9D-6F28-C4D9-3E104C1D9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B50D407-7A4B-492D-FE81-A914EA310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73DE1C2E-2ADA-AC79-2815-BED275C9AE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1331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microsoft.com/office/2007/relationships/hdphoto" Target="../media/hdphoto2.wdp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0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6.png"/><Relationship Id="rId10" Type="http://schemas.openxmlformats.org/officeDocument/2006/relationships/image" Target="../media/image2.png"/><Relationship Id="rId4" Type="http://schemas.openxmlformats.org/officeDocument/2006/relationships/image" Target="../media/image9.png"/><Relationship Id="rId9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7.png"/><Relationship Id="rId3" Type="http://schemas.openxmlformats.org/officeDocument/2006/relationships/image" Target="../media/image10.png"/><Relationship Id="rId7" Type="http://schemas.openxmlformats.org/officeDocument/2006/relationships/image" Target="../media/image22.png"/><Relationship Id="rId12" Type="http://schemas.microsoft.com/office/2007/relationships/hdphoto" Target="../media/hdphoto3.wdp"/><Relationship Id="rId17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17.png"/><Relationship Id="rId15" Type="http://schemas.openxmlformats.org/officeDocument/2006/relationships/image" Target="../media/image15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Relationship Id="rId1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0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11" Type="http://schemas.openxmlformats.org/officeDocument/2006/relationships/image" Target="../media/image2.png"/><Relationship Id="rId5" Type="http://schemas.openxmlformats.org/officeDocument/2006/relationships/image" Target="../media/image31.png"/><Relationship Id="rId10" Type="http://schemas.openxmlformats.org/officeDocument/2006/relationships/image" Target="../media/image35.png"/><Relationship Id="rId4" Type="http://schemas.openxmlformats.org/officeDocument/2006/relationships/image" Target="../media/image30.png"/><Relationship Id="rId9" Type="http://schemas.microsoft.com/office/2007/relationships/hdphoto" Target="../media/hdphoto4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microsoft.com/office/2007/relationships/hdphoto" Target="../media/hdphoto5.wdp"/><Relationship Id="rId4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microsoft.com/office/2007/relationships/hdphoto" Target="../media/hdphoto6.wdp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1.jpeg"/><Relationship Id="rId7" Type="http://schemas.openxmlformats.org/officeDocument/2006/relationships/image" Target="../media/image44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2.jpeg"/><Relationship Id="rId9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jpeg"/><Relationship Id="rId13" Type="http://schemas.openxmlformats.org/officeDocument/2006/relationships/image" Target="../media/image51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7.jpeg"/><Relationship Id="rId11" Type="http://schemas.microsoft.com/office/2007/relationships/hdphoto" Target="../media/hdphoto7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9.png"/><Relationship Id="rId4" Type="http://schemas.openxmlformats.org/officeDocument/2006/relationships/image" Target="../media/image46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284ABEA-9A73-5284-D8EE-8AA83578D2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01665" y="1512618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dark ride, no one is safe.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21242327">
            <a:off x="280731" y="334092"/>
            <a:ext cx="1853805" cy="134132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4378" y="4384623"/>
            <a:ext cx="2077161" cy="57121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" name="Picture 2" descr="A red dragon with yellow eyes and teeth&#10;&#10;AI-generated content may be incorrect.">
            <a:extLst>
              <a:ext uri="{FF2B5EF4-FFF2-40B4-BE49-F238E27FC236}">
                <a16:creationId xmlns:a16="http://schemas.microsoft.com/office/drawing/2014/main" id="{E86C6A3E-1646-1903-1C05-6C5476FF91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2786" y="3019738"/>
            <a:ext cx="518991" cy="9452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0BC3029-CF0E-7C89-B59F-BEE6CE5D59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7818184" y="538260"/>
            <a:ext cx="581212" cy="353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4D8F51A-20A0-3869-4A8E-03B81A4DBF97}"/>
              </a:ext>
            </a:extLst>
          </p:cNvPr>
          <p:cNvSpPr/>
          <p:nvPr/>
        </p:nvSpPr>
        <p:spPr>
          <a:xfrm>
            <a:off x="1116766" y="397240"/>
            <a:ext cx="6910465" cy="816346"/>
          </a:xfrm>
          <a:prstGeom prst="rect">
            <a:avLst/>
          </a:prstGeom>
          <a:solidFill>
            <a:schemeClr val="accent4">
              <a:lumMod val="95000"/>
              <a:lumOff val="5000"/>
            </a:schemeClr>
          </a:solidFill>
          <a:ln>
            <a:noFill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006760" y="416522"/>
            <a:ext cx="7130476" cy="8163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ctr">
              <a:lnSpc>
                <a:spcPts val="16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Arial"/>
              </a:rPr>
              <a:t>A 2D pixel-art roguelite action-adventure where bizarre comedy collides with creepy monsters and absurd challenges.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47FFDA7-1F6A-BC1D-DF51-86F43ADFFC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569626" y="968315"/>
            <a:ext cx="3642610" cy="87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Absurdity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high-density procedural engine ensures every run delivers a unique nightmare filled with evil creatures, hidden secrets, and unpredictable challenges.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50778920-B19E-2C1C-6175-A1083A3288C3}"/>
              </a:ext>
            </a:extLst>
          </p:cNvPr>
          <p:cNvSpPr txBox="1">
            <a:spLocks/>
          </p:cNvSpPr>
          <p:nvPr/>
        </p:nvSpPr>
        <p:spPr>
          <a:xfrm>
            <a:off x="4616972" y="968315"/>
            <a:ext cx="3852472" cy="821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twins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desperate journalists sneak into the abandoned park to save their bankrupt magazine from total irrelevance.</a:t>
            </a:r>
          </a:p>
        </p:txBody>
      </p:sp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FB5A7B89-34D9-4A72-CB2B-D26EB177519F}"/>
              </a:ext>
            </a:extLst>
          </p:cNvPr>
          <p:cNvSpPr txBox="1">
            <a:spLocks/>
          </p:cNvSpPr>
          <p:nvPr/>
        </p:nvSpPr>
        <p:spPr>
          <a:xfrm>
            <a:off x="4616971" y="2378994"/>
            <a:ext cx="3946159" cy="1025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"Telenovela" Core: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isn't just flavor. Each playthrough fuels a bizarre, evolving drama where twisted relationships and absurd plot twists unfold dynamically.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8C82A2-04D6-862E-C64F-F873ADA10E6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D719D580-EE21-2B50-ACDA-369464B2FAD6}"/>
              </a:ext>
            </a:extLst>
          </p:cNvPr>
          <p:cNvSpPr txBox="1">
            <a:spLocks/>
          </p:cNvSpPr>
          <p:nvPr/>
        </p:nvSpPr>
        <p:spPr>
          <a:xfrm>
            <a:off x="580869" y="2375473"/>
            <a:ext cx="3455233" cy="87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“Economy of Sin”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satirical narrative hook—with the Devil's heir retired, evil has vanished from Earth. Now, a bankrupt Heaven is forced to intervene to save the "Business of Faith."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D50014C-EF5D-87E6-56D2-DAB9C28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FDD7D7A-9433-1F0D-9EBB-C2560300F8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2152CDD0-8A55-9B2A-6BB6-8E7396BBC1F9}"/>
              </a:ext>
            </a:extLst>
          </p:cNvPr>
          <p:cNvSpPr txBox="1">
            <a:spLocks/>
          </p:cNvSpPr>
          <p:nvPr/>
        </p:nvSpPr>
        <p:spPr>
          <a:xfrm>
            <a:off x="1540366" y="1088549"/>
            <a:ext cx="6063267" cy="2360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Binding of Isaac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structure, replayability, and run-driven progression.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South Park / Day of the Tentacle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Absurd, irreverent humor with eccentric characters and surreal situations.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Cult of the Lamb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Dark-comedy aesthetic and a playful contrast between cute art and sinister themes.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77CB2AA3-EF84-1617-5E58-9F29B987631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INSPIRATIONS &amp; POSITIONING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EA0F6D9-36E8-86EA-2DDE-BEDB8A8BB8C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EF6FA54-6C5B-62C1-7738-B4CB2D68B17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695889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364104" y="296673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520497" y="1137475"/>
            <a:ext cx="6103001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Roguelite/action-adventure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Pixel art/retro style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Playtime:  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20-26 hours</a:t>
            </a: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Platform:  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Steam (PC)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Business model: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Premium + (DLCs/expansions)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Price point: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USD 14.99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7EC826F-A6C9-DCAC-0ED0-6B5193D3D3E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Scary Castle, a grotesque dark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ghost train… and never came out. The park was shut down that very same day, leaving the attraction to rot as a haunted mystery.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sneak inside to investigate chasing the story that could finally make their magazine famous.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08F1168-0300-0B7D-104A-41C66688122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6526519" y="380990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551" y="796336"/>
            <a:ext cx="430155" cy="645233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1759" y="782653"/>
            <a:ext cx="430150" cy="64522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285" y="3676311"/>
            <a:ext cx="944004" cy="85818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22536" y="1630936"/>
            <a:ext cx="524298" cy="940814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561910" y="887781"/>
            <a:ext cx="6856539" cy="50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&amp; Berta Idle (The journalists)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Identical twins and owners of Mysterious Mysteries magazine.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Chasing a life-changing scoop to save their bankrupt business.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1552234" y="2893012"/>
            <a:ext cx="6465323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 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1561909" y="1675160"/>
            <a:ext cx="6735147" cy="850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 gas-leak accident while roasting a sinner. He isn't interested in your soul; he just wants to make sure the animatronics are working perfectly.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561909" y="3809701"/>
            <a:ext cx="6735147" cy="714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famed designer of horror attractions. On opening day, he and several celebrities entered the ride… and never came out.</a:t>
            </a:r>
          </a:p>
        </p:txBody>
      </p:sp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5213" y="2894102"/>
            <a:ext cx="533742" cy="76248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4015377-3A73-2824-ADD6-1A24DE8B36F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248256" y="2600704"/>
            <a:ext cx="168067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A5E139-6594-409D-CCED-9B11EBC45229}"/>
              </a:ext>
            </a:extLst>
          </p:cNvPr>
          <p:cNvSpPr/>
          <p:nvPr/>
        </p:nvSpPr>
        <p:spPr>
          <a:xfrm>
            <a:off x="572053" y="1309874"/>
            <a:ext cx="3272329" cy="2965603"/>
          </a:xfrm>
          <a:prstGeom prst="rect">
            <a:avLst/>
          </a:prstGeom>
          <a:noFill/>
          <a:ln w="28575">
            <a:solidFill>
              <a:schemeClr val="accent1">
                <a:lumMod val="50000"/>
              </a:schemeClr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347393" y="1297250"/>
            <a:ext cx="4227923" cy="2965603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2847539" y="208880"/>
            <a:ext cx="3439188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 STRUCTURE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1126328" y="1448654"/>
            <a:ext cx="9479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twin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046685" y="2265872"/>
            <a:ext cx="1263403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 Entrance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015265" y="3231861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38875" y="2381161"/>
            <a:ext cx="2440657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200" y="3330605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633594" y="2205072"/>
            <a:ext cx="91650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351488" y="1516625"/>
            <a:ext cx="196110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r">
              <a:defRPr sz="70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defRPr>
            </a:lvl1pPr>
          </a:lstStyle>
          <a:p>
            <a:r>
              <a:rPr lang="en-US" sz="900" dirty="0"/>
              <a:t>Find the coin.</a:t>
            </a:r>
            <a:endParaRPr lang="en-US" sz="900" dirty="0">
              <a:sym typeface="Maven Pro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6454435" y="2872300"/>
            <a:ext cx="2055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Intense action, tunnels, dungeons, strange rooms and captive celebrities.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413345" y="2324648"/>
            <a:ext cx="90714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4264883" y="978665"/>
            <a:ext cx="3222864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 Ride (procedural)</a:t>
            </a:r>
            <a:endParaRPr lang="en-US" sz="11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4597" y="3693532"/>
            <a:ext cx="435758" cy="2905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416910" y="2798495"/>
            <a:ext cx="1895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Percival’s computer</a:t>
            </a:r>
          </a:p>
        </p:txBody>
      </p:sp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6216" y="2046435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4273903" y="4352225"/>
            <a:ext cx="336409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Lose all run progress on death.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6312" y="1038190"/>
            <a:ext cx="610736" cy="99204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5035232" y="3673034"/>
            <a:ext cx="1594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 Tickets and buy items.</a:t>
            </a: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2597" y="3536798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0340975">
            <a:off x="6947474" y="3740353"/>
            <a:ext cx="379825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35E49C-2FDC-7F6C-6A71-A5D9FC72BA94}"/>
              </a:ext>
            </a:extLst>
          </p:cNvPr>
          <p:cNvSpPr txBox="1"/>
          <p:nvPr/>
        </p:nvSpPr>
        <p:spPr>
          <a:xfrm>
            <a:off x="4498522" y="2973934"/>
            <a:ext cx="2055597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Find RAM to expand Percival’s computer memory.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1BBAB1-0D66-527E-9B0E-BB559039143D}"/>
              </a:ext>
            </a:extLst>
          </p:cNvPr>
          <p:cNvSpPr txBox="1"/>
          <p:nvPr/>
        </p:nvSpPr>
        <p:spPr>
          <a:xfrm>
            <a:off x="1881437" y="3483354"/>
            <a:ext cx="189917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+RAM unlocks deeper tiers, revealing new areas and benefits within the ghost train.</a:t>
            </a:r>
          </a:p>
        </p:txBody>
      </p:sp>
      <p:pic>
        <p:nvPicPr>
          <p:cNvPr id="4" name="Picture 3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E0B8356C-3BBB-07AE-07BA-7C42FE25C70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91456" y="1483648"/>
            <a:ext cx="304710" cy="30471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47A4C5D-9C45-A11D-9B6F-1FC3B26F9F8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29383" y="2205142"/>
            <a:ext cx="406290" cy="457200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0223873">
            <a:off x="7532322" y="1599986"/>
            <a:ext cx="314495" cy="271930"/>
          </a:xfrm>
          <a:prstGeom prst="rect">
            <a:avLst/>
          </a:prstGeom>
          <a:effectLst/>
        </p:spPr>
      </p:pic>
      <p:pic>
        <p:nvPicPr>
          <p:cNvPr id="38" name="Picture 3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7F446D89-3FDA-7ABB-BB72-229634B1183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9570213" flipH="1">
            <a:off x="7675142" y="1971772"/>
            <a:ext cx="330686" cy="271930"/>
          </a:xfrm>
          <a:prstGeom prst="rect">
            <a:avLst/>
          </a:prstGeom>
          <a:effectLst/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928D0947-B869-6CE5-A83F-A50831FED34A}"/>
              </a:ext>
            </a:extLst>
          </p:cNvPr>
          <p:cNvSpPr txBox="1"/>
          <p:nvPr/>
        </p:nvSpPr>
        <p:spPr>
          <a:xfrm>
            <a:off x="7784153" y="2472274"/>
            <a:ext cx="11153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 completed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ADA7947-112C-0491-C958-850A72FB2BB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89273" y="2247190"/>
            <a:ext cx="406289" cy="457200"/>
          </a:xfrm>
          <a:prstGeom prst="rect">
            <a:avLst/>
          </a:prstGeom>
        </p:spPr>
      </p:pic>
      <p:pic>
        <p:nvPicPr>
          <p:cNvPr id="50" name="Picture 4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FB878227-670D-072A-D405-02DDB42A8BC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2747042">
            <a:off x="6306438" y="2556486"/>
            <a:ext cx="727223" cy="271930"/>
          </a:xfrm>
          <a:prstGeom prst="rect">
            <a:avLst/>
          </a:prstGeom>
          <a:effectLst/>
        </p:spPr>
      </p:pic>
      <p:pic>
        <p:nvPicPr>
          <p:cNvPr id="56" name="Picture 55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B49185EA-B50B-A504-17C3-EE7ECA528F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453" y="2009403"/>
            <a:ext cx="501447" cy="41423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C717E3B2-75C9-84EE-0BDC-030E86FB1AE4}"/>
              </a:ext>
            </a:extLst>
          </p:cNvPr>
          <p:cNvSpPr/>
          <p:nvPr/>
        </p:nvSpPr>
        <p:spPr>
          <a:xfrm>
            <a:off x="5168479" y="2329839"/>
            <a:ext cx="397181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3D87AB-218E-6708-1FD7-542C6C8599EA}"/>
              </a:ext>
            </a:extLst>
          </p:cNvPr>
          <p:cNvSpPr txBox="1"/>
          <p:nvPr/>
        </p:nvSpPr>
        <p:spPr>
          <a:xfrm>
            <a:off x="426747" y="987485"/>
            <a:ext cx="1979173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2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  <a:endParaRPr lang="en-US" sz="11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E5AD0A2D-C6E3-14E4-959C-9FECBBA6C10D}"/>
              </a:ext>
            </a:extLst>
          </p:cNvPr>
          <p:cNvSpPr/>
          <p:nvPr/>
        </p:nvSpPr>
        <p:spPr>
          <a:xfrm>
            <a:off x="5920056" y="2502193"/>
            <a:ext cx="197818" cy="467060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306FCFC-405D-734A-4B3E-9D1240FEEDB8}"/>
              </a:ext>
            </a:extLst>
          </p:cNvPr>
          <p:cNvSpPr/>
          <p:nvPr/>
        </p:nvSpPr>
        <p:spPr>
          <a:xfrm>
            <a:off x="7780374" y="2324648"/>
            <a:ext cx="1096097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6FA3D1F-6BE1-C7A0-F748-E0572F99E3A0}"/>
              </a:ext>
            </a:extLst>
          </p:cNvPr>
          <p:cNvSpPr/>
          <p:nvPr/>
        </p:nvSpPr>
        <p:spPr>
          <a:xfrm>
            <a:off x="222192" y="2399874"/>
            <a:ext cx="712773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DEBE2C-C9DF-819C-0EE9-4097EA4D30EA}"/>
              </a:ext>
            </a:extLst>
          </p:cNvPr>
          <p:cNvSpPr txBox="1"/>
          <p:nvPr/>
        </p:nvSpPr>
        <p:spPr>
          <a:xfrm>
            <a:off x="62903" y="2128128"/>
            <a:ext cx="10342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7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52" name="Picture 51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AF7C986D-AD4A-F358-5956-96DB9B5CCCA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40356" y="2030236"/>
            <a:ext cx="264652" cy="390524"/>
          </a:xfrm>
          <a:prstGeom prst="rect">
            <a:avLst/>
          </a:prstGeom>
          <a:effectLst/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95744" y="1875210"/>
            <a:ext cx="304582" cy="429223"/>
          </a:xfrm>
          <a:prstGeom prst="rect">
            <a:avLst/>
          </a:prstGeom>
          <a:effectLst/>
        </p:spPr>
      </p:pic>
      <p:pic>
        <p:nvPicPr>
          <p:cNvPr id="25" name="Picture 24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A45B1A07-F374-6352-7E81-E041B18FD2D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flipH="1">
            <a:off x="1649305" y="1862316"/>
            <a:ext cx="304582" cy="4495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BFAF55-72FF-4658-AED9-BBD3C57CD1E4}"/>
              </a:ext>
            </a:extLst>
          </p:cNvPr>
          <p:cNvSpPr txBox="1"/>
          <p:nvPr/>
        </p:nvSpPr>
        <p:spPr>
          <a:xfrm>
            <a:off x="470254" y="4347618"/>
            <a:ext cx="32048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RAM = Metaprogression Tree.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0E9B4CA-3AE9-CF78-A338-47F0A6879CD1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434B4B9-2F9D-C387-813A-2865AA29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74C63A-9ABA-9EA7-050A-D8B048B4858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6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DYNAMIC 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Left hand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Single-use consumables with a wide array of immediate effects to aid your progress through the ride.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powers, masks, hats.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48384" y="1325114"/>
            <a:ext cx="471718" cy="47171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538" y="2324083"/>
            <a:ext cx="343409" cy="34340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53500" y="3274142"/>
            <a:ext cx="428907" cy="42890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 flipH="1">
            <a:off x="967116" y="1365825"/>
            <a:ext cx="350421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Right hand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295FCA-C5E5-A0B2-3AA3-3B38A68FE37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92743" y="2312163"/>
            <a:ext cx="350422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BD2FA5C-95A3-5028-BBAE-0E0CE8816FF0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61392" y="1130081"/>
            <a:ext cx="3916220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MonoGame/C# engine with scripting language and 2D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07670" y="2055696"/>
            <a:ext cx="3696685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expand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364105" y="32193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DE70908F-3932-C13C-E841-8182090B7F2B}"/>
              </a:ext>
            </a:extLst>
          </p:cNvPr>
          <p:cNvSpPr txBox="1">
            <a:spLocks/>
          </p:cNvSpPr>
          <p:nvPr/>
        </p:nvSpPr>
        <p:spPr>
          <a:xfrm>
            <a:off x="761392" y="2055696"/>
            <a:ext cx="391622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Engine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stable procedural engine built to scale seamlessly from its current core into a high-density asset library.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CB948FFE-95D3-EE8E-147F-E47694E0F66B}"/>
              </a:ext>
            </a:extLst>
          </p:cNvPr>
          <p:cNvSpPr txBox="1">
            <a:spLocks/>
          </p:cNvSpPr>
          <p:nvPr/>
        </p:nvSpPr>
        <p:spPr>
          <a:xfrm>
            <a:off x="4907670" y="1130081"/>
            <a:ext cx="3756645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Tone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and absurd humor already defined in the prototype.</a:t>
            </a:r>
          </a:p>
        </p:txBody>
      </p:sp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71486" y="3428954"/>
            <a:ext cx="1096097" cy="9964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AD658D-4465-753F-125B-D26B7832C80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duotone>
              <a:prstClr val="black"/>
              <a:schemeClr val="accent6">
                <a:lumMod val="75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52843" y="947082"/>
            <a:ext cx="2951485" cy="2222036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adventure: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creatures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100+ items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10+ secondary cast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 captive celebrities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8 bosses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New tunnels &amp; rooms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Story arc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Original soundtrack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72218" y="945261"/>
            <a:ext cx="3532333" cy="1940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porting (*)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game is easily portable. Our code is AOT-friendly. All porting would be done by the publisher or external teams.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additional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3886199" y="229306"/>
            <a:ext cx="137160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40996" y="3612059"/>
            <a:ext cx="743248" cy="418077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 flipH="1">
            <a:off x="6063555" y="3903227"/>
            <a:ext cx="839449" cy="4256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2D85B4-DEBC-D9D2-75AC-4EA1B67C181E}"/>
              </a:ext>
            </a:extLst>
          </p:cNvPr>
          <p:cNvSpPr txBox="1"/>
          <p:nvPr/>
        </p:nvSpPr>
        <p:spPr>
          <a:xfrm>
            <a:off x="2477122" y="4473077"/>
            <a:ext cx="4189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Handled by the publisher. Not included in the development budget.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4F20C5-6ADD-7FE4-E213-0659C1124BB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450503" y="1155238"/>
            <a:ext cx="4242992" cy="2113495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170k USD (*)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 distribution: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 &amp; Writing: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Programming &amp; Tools: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&amp; Music: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15%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QA/Misc: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5%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C201B9-0A6C-E119-C135-E10D85A670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EXPANSION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87580" y="1175894"/>
            <a:ext cx="5656306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allows the game to expand indefinitely with new post-launch content.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890" y="2343150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7749185" y="859949"/>
            <a:ext cx="770970" cy="4572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33BD65B2-FBA7-8812-7264-362591C673BD}"/>
              </a:ext>
            </a:extLst>
          </p:cNvPr>
          <p:cNvSpPr txBox="1">
            <a:spLocks/>
          </p:cNvSpPr>
          <p:nvPr/>
        </p:nvSpPr>
        <p:spPr>
          <a:xfrm>
            <a:off x="1409076" y="2760489"/>
            <a:ext cx="5656306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Aca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ponerlo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inspiracional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recorder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charla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con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mateo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todo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horizonte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de expansion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tiene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juego.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lo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proyecte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lee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deck.</a:t>
            </a:r>
            <a:endParaRPr lang="en-US" sz="900" dirty="0">
              <a:solidFill>
                <a:schemeClr val="tx1">
                  <a:lumMod val="60000"/>
                  <a:lumOff val="40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30E4D2D-8ABE-B591-6487-D29B416B90A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09969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19753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2023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117956" y="1024836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2025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30843" y="2096714"/>
            <a:ext cx="3253582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See you in hell!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7" y="466862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chemeClr val="accent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chemeClr val="accent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383" y="2805821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064" y="2805820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2745" y="2805821"/>
            <a:ext cx="802959" cy="802959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288935" y="3648135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840682" y="3648135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168300" y="3646989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58498" y="3493402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112" y="3493402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3792" y="3483165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231474" y="22830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8210497" y="228305"/>
            <a:ext cx="603287" cy="8016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5863029" y="344265"/>
            <a:ext cx="2384666" cy="453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r">
              <a:lnSpc>
                <a:spcPct val="150000"/>
              </a:lnSpc>
            </a:pP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sz="1000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6552</TotalTime>
  <Words>993</Words>
  <Application>Microsoft Office PowerPoint</Application>
  <PresentationFormat>On-screen Show (16:9)</PresentationFormat>
  <Paragraphs>140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Maven Pro</vt:lpstr>
      <vt:lpstr>Press Start 2P</vt:lpstr>
      <vt:lpstr>Arial</vt:lpstr>
      <vt:lpstr>Super Pixel Vintage Gaming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1271</cp:revision>
  <dcterms:modified xsi:type="dcterms:W3CDTF">2026-01-04T21:36:37Z</dcterms:modified>
</cp:coreProperties>
</file>