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51" r:id="rId5"/>
    <p:sldId id="345" r:id="rId6"/>
    <p:sldId id="355" r:id="rId7"/>
    <p:sldId id="359" r:id="rId8"/>
    <p:sldId id="357" r:id="rId9"/>
    <p:sldId id="360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4D57"/>
    <a:srgbClr val="92293B"/>
    <a:srgbClr val="CC0000"/>
    <a:srgbClr val="800000"/>
    <a:srgbClr val="660033"/>
    <a:srgbClr val="AB5130"/>
    <a:srgbClr val="BD6A62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5D4EEF1-22BC-8F2F-AF99-4A23D727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C64BAC3B-C235-B798-52ED-4DD4BA51BB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3726753-B895-7379-2C40-2F22EE7459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20212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2.png"/><Relationship Id="rId5" Type="http://schemas.openxmlformats.org/officeDocument/2006/relationships/image" Target="../media/image9.png"/><Relationship Id="rId15" Type="http://schemas.microsoft.com/office/2007/relationships/hdphoto" Target="../media/hdphoto2.wdp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6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11" Type="http://schemas.microsoft.com/office/2007/relationships/hdphoto" Target="../media/hdphoto3.wdp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82605" y="819653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974391" y="4622801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7130" y="4000617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793004" y="4622800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17986" y="3954648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658485" y="1549804"/>
            <a:ext cx="5769832" cy="2022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chasing the story that could finally make their magazine famous and win them a Pulitzer.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215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87365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tension,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resets your collected loot, but permanent progress and unlocks carry over between attempts.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16971" y="962531"/>
            <a:ext cx="42272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3" y="4261362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 I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3515" y="1774914"/>
            <a:ext cx="304582" cy="42922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8618" y="1799626"/>
            <a:ext cx="264652" cy="3905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046686" y="1384590"/>
            <a:ext cx="24867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6" y="2265872"/>
            <a:ext cx="1201322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070076" y="323023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53" y="3330936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1022327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411901" y="1459528"/>
            <a:ext cx="28763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Find the gold coin to give the tithe to Saint Peregrine.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539" y="2781881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caves,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808879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478" y="355238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6746" y="4336270"/>
            <a:ext cx="3031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 and tickets reset if player dies.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00079" y="1292335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922207" y="3553547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2016" y="3447949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340975">
            <a:off x="6898151" y="3643384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memory chips</a:t>
            </a:r>
          </a:p>
          <a:p>
            <a:pPr algn="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upgrade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2045380" y="3552382"/>
            <a:ext cx="16423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7283280" y="2221885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223873">
            <a:off x="7508223" y="1631340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9570213" flipH="1">
            <a:off x="7682758" y="2143305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552851" y="2440091"/>
            <a:ext cx="65340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Open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0856" y="1891825"/>
            <a:ext cx="264652" cy="390524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10890" y="1843110"/>
            <a:ext cx="545063" cy="45027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6027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1BFC34CC-3240-40BA-8EB7-960471872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deo game scene with a cave and a window">
            <a:extLst>
              <a:ext uri="{FF2B5EF4-FFF2-40B4-BE49-F238E27FC236}">
                <a16:creationId xmlns:a16="http://schemas.microsoft.com/office/drawing/2014/main" id="{944AA5A7-87A4-6267-FC1F-D26C9354EF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E548C760-2CB6-C370-45EE-BA57E159DD1C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 II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AACD9289-8BCE-E1CC-E47F-BD7801EAAD90}"/>
              </a:ext>
            </a:extLst>
          </p:cNvPr>
          <p:cNvSpPr txBox="1">
            <a:spLocks/>
          </p:cNvSpPr>
          <p:nvPr/>
        </p:nvSpPr>
        <p:spPr>
          <a:xfrm>
            <a:off x="794210" y="886551"/>
            <a:ext cx="3548628" cy="949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1. Theme Park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abandoned amusement park hub, built in a flat 2D view. It feels more exploratory and narrative-driven. Players use the corrupted ATM to unlock upgrades, powered by memory chips collected during runs—expanding the system and revealing new items and secrets as the park evolves.</a:t>
            </a:r>
          </a:p>
        </p:txBody>
      </p:sp>
      <p:sp>
        <p:nvSpPr>
          <p:cNvPr id="29" name="Google Shape;1000;p37">
            <a:extLst>
              <a:ext uri="{FF2B5EF4-FFF2-40B4-BE49-F238E27FC236}">
                <a16:creationId xmlns:a16="http://schemas.microsoft.com/office/drawing/2014/main" id="{87E66B70-0631-6E3F-2559-BB401E4116C1}"/>
              </a:ext>
            </a:extLst>
          </p:cNvPr>
          <p:cNvSpPr txBox="1">
            <a:spLocks/>
          </p:cNvSpPr>
          <p:nvPr/>
        </p:nvSpPr>
        <p:spPr>
          <a:xfrm>
            <a:off x="4801165" y="886551"/>
            <a:ext cx="3855656" cy="1369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3. The Ride (procedural)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2D tunnels inside Mandinga’s cursed attraction. Each run begins in a corridor of doors, one hiding the coin needed to pay Saint Peregrine’s tithe and unlock the next tunnel. 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marked door often means a tougher fight or a boss, but players can explore others first to prepare. Later runs expand into multiple tunnels, ending with a radiant finale that symbolizes redemption.</a:t>
            </a:r>
          </a:p>
        </p:txBody>
      </p:sp>
      <p:pic>
        <p:nvPicPr>
          <p:cNvPr id="45" name="Picture 4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2D478433-EA57-44F0-5A54-93ECAA3CD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62389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pic>
        <p:nvPicPr>
          <p:cNvPr id="7" name="Picture 6" descr="A screenshot of a video game">
            <a:extLst>
              <a:ext uri="{FF2B5EF4-FFF2-40B4-BE49-F238E27FC236}">
                <a16:creationId xmlns:a16="http://schemas.microsoft.com/office/drawing/2014/main" id="{67C76C6D-2EEB-6DEF-1CA9-77FD3895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55" y="787379"/>
            <a:ext cx="8477312" cy="373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engine. Includes proprietary scripting language plus 2D lighting system that enhances depth and atmosphere.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4925</TotalTime>
  <Words>1158</Words>
  <Application>Microsoft Office PowerPoint</Application>
  <PresentationFormat>On-screen Show (16:9)</PresentationFormat>
  <Paragraphs>149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1040</cp:revision>
  <dcterms:modified xsi:type="dcterms:W3CDTF">2025-11-10T22:46:25Z</dcterms:modified>
</cp:coreProperties>
</file>