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92293B"/>
    <a:srgbClr val="862536"/>
    <a:srgbClr val="BD6A62"/>
    <a:srgbClr val="000000"/>
    <a:srgbClr val="8F4D57"/>
    <a:srgbClr val="B73C05"/>
    <a:srgbClr val="8000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microsoft.com/office/2007/relationships/hdphoto" Target="../media/hdphoto2.wdp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9.png"/><Relationship Id="rId9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7.png"/><Relationship Id="rId3" Type="http://schemas.openxmlformats.org/officeDocument/2006/relationships/image" Target="../media/image10.png"/><Relationship Id="rId7" Type="http://schemas.openxmlformats.org/officeDocument/2006/relationships/image" Target="../media/image22.png"/><Relationship Id="rId12" Type="http://schemas.microsoft.com/office/2007/relationships/hdphoto" Target="../media/hdphoto3.wdp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17.png"/><Relationship Id="rId15" Type="http://schemas.openxmlformats.org/officeDocument/2006/relationships/image" Target="../media/image28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11" Type="http://schemas.openxmlformats.org/officeDocument/2006/relationships/image" Target="../media/image2.png"/><Relationship Id="rId5" Type="http://schemas.openxmlformats.org/officeDocument/2006/relationships/image" Target="../media/image31.png"/><Relationship Id="rId10" Type="http://schemas.openxmlformats.org/officeDocument/2006/relationships/image" Target="../media/image35.png"/><Relationship Id="rId4" Type="http://schemas.openxmlformats.org/officeDocument/2006/relationships/image" Target="../media/image30.png"/><Relationship Id="rId9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microsoft.com/office/2007/relationships/hdphoto" Target="../media/hdphoto5.wdp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microsoft.com/office/2007/relationships/hdphoto" Target="../media/hdphoto6.wdp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7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01665" y="1512618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dark ride, no one is safe.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21242327">
            <a:off x="280731" y="334092"/>
            <a:ext cx="1853805" cy="134132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red dragon with yellow eyes and teeth&#10;&#10;AI-generated content may be incorrect.">
            <a:extLst>
              <a:ext uri="{FF2B5EF4-FFF2-40B4-BE49-F238E27FC236}">
                <a16:creationId xmlns:a16="http://schemas.microsoft.com/office/drawing/2014/main" id="{E86C6A3E-1646-1903-1C05-6C5476FF9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786" y="3019738"/>
            <a:ext cx="518991" cy="9452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BC3029-CF0E-7C89-B59F-BEE6CE5D59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818184" y="538260"/>
            <a:ext cx="581212" cy="3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4D8F51A-20A0-3869-4A8E-03B81A4DBF97}"/>
              </a:ext>
            </a:extLst>
          </p:cNvPr>
          <p:cNvSpPr/>
          <p:nvPr/>
        </p:nvSpPr>
        <p:spPr>
          <a:xfrm>
            <a:off x="1116766" y="397240"/>
            <a:ext cx="6910465" cy="816346"/>
          </a:xfrm>
          <a:prstGeom prst="rect">
            <a:avLst/>
          </a:prstGeom>
          <a:solidFill>
            <a:schemeClr val="accent4">
              <a:lumMod val="95000"/>
              <a:lumOff val="5000"/>
            </a:schemeClr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06760" y="416522"/>
            <a:ext cx="7130476" cy="8163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69626" y="968315"/>
            <a:ext cx="3642610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Absurdity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high-density procedural engine ensures every run delivers a unique nightmare filled with evil creatures, hidden secrets, and unpredictable challenges.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616971" y="2378994"/>
            <a:ext cx="3946159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"Telenovela" Core: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isn't just flavor. Each playthrough fuels a bizarre, evolving drama where twisted relationships and absurd plot twists unfold dynamically.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C82A2-04D6-862E-C64F-F873ADA10E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D719D580-EE21-2B50-ACDA-369464B2FAD6}"/>
              </a:ext>
            </a:extLst>
          </p:cNvPr>
          <p:cNvSpPr txBox="1">
            <a:spLocks/>
          </p:cNvSpPr>
          <p:nvPr/>
        </p:nvSpPr>
        <p:spPr>
          <a:xfrm>
            <a:off x="580869" y="2375473"/>
            <a:ext cx="3455233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“Economy of Sin”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satirical narrative hook—with the Devil's heir retired, evil has vanished from Earth. Now, a bankrupt Heaven is forced to intervene to save the "Business of Faith."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F6FA54-6C5B-62C1-7738-B4CB2D68B17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Roguelite/action-adventure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 art/retro style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EC826F-A6C9-DCAC-0ED0-6B5193D3D3E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Scary Castle, a grotesque dark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ghost train… and never came out. The park was shut down that very same day, leaving the attraction to rot as a haunted mystery.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08F1168-0300-0B7D-104A-41C66688122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800" y="887781"/>
            <a:ext cx="430155" cy="645233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285" y="3676311"/>
            <a:ext cx="944004" cy="858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2536" y="1630936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1"/>
            <a:ext cx="6856539" cy="50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anti-hero.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52234" y="2893012"/>
            <a:ext cx="6465323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09" y="1675160"/>
            <a:ext cx="6735147" cy="850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 gas-leak accident while roasting a sinner. He isn't interested in your soul; he just wants to make sure the animatronics are working perfectly.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09" y="3809701"/>
            <a:ext cx="6735147" cy="714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famed designer of horror attractions. On opening day, he and several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213" y="2894102"/>
            <a:ext cx="533742" cy="76248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4015377-3A73-2824-ADD6-1A24DE8B36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351488" y="1516625"/>
            <a:ext cx="19611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sz="900" dirty="0"/>
              <a:t>Find the coin.</a:t>
            </a:r>
            <a:endParaRPr lang="en-US" sz="900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597" y="369353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36409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5035232" y="3673034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597" y="3536798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340975">
            <a:off x="6947474" y="3740353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RAM to expand Percival’s computer memory.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1437" y="3483354"/>
            <a:ext cx="189917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+RAM unlocks deeper tiers, revealing new areas and benefits within the ghost train.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29383" y="2205142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80057" y="1767399"/>
            <a:ext cx="288256" cy="4495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BFAF55-72FF-4658-AED9-BBD3C57CD1E4}"/>
              </a:ext>
            </a:extLst>
          </p:cNvPr>
          <p:cNvSpPr txBox="1"/>
          <p:nvPr/>
        </p:nvSpPr>
        <p:spPr>
          <a:xfrm>
            <a:off x="470254" y="4347618"/>
            <a:ext cx="32048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RAM = Metaprogression Tree.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0E9B4CA-3AE9-CF78-A338-47F0A6879CD1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DYNAMIC 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Left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Single-use consumables with a wide array of immediate effects to aid your progress through the ride.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powers, masks, hats.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48384" y="1325114"/>
            <a:ext cx="471718" cy="47171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538" y="2324083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3500" y="3274142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 flipH="1">
            <a:off x="967116" y="1365825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Right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295FCA-C5E5-A0B2-3AA3-3B38A68FE3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2743" y="2312163"/>
            <a:ext cx="350422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BD2FA5C-95A3-5028-BBAE-0E0CE8816FF0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Engine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stable procedural engine built to scale seamlessly from its current core into a high-density asset library.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AD658D-4465-753F-125B-D26B7832C8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4F20C5-6ADD-7FE4-E213-0659C1124BB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170k USD (*)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C201B9-0A6C-E119-C135-E10D85A670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33BD65B2-FBA7-8812-7264-362591C673BD}"/>
              </a:ext>
            </a:extLst>
          </p:cNvPr>
          <p:cNvSpPr txBox="1">
            <a:spLocks/>
          </p:cNvSpPr>
          <p:nvPr/>
        </p:nvSpPr>
        <p:spPr>
          <a:xfrm>
            <a:off x="1409076" y="2760489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Aca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ponerlo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inspiracional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recorder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charla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con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mateo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todo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horizonte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 expansion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tiene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juego.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lo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proyecte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lee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deck.</a:t>
            </a:r>
            <a:endParaRPr lang="en-US" sz="900" dirty="0">
              <a:solidFill>
                <a:schemeClr val="tx1">
                  <a:lumMod val="60000"/>
                  <a:lumOff val="4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0E4D2D-8ABE-B591-6487-D29B416B90A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6562</TotalTime>
  <Words>950</Words>
  <Application>Microsoft Office PowerPoint</Application>
  <PresentationFormat>On-screen Show (16:9)</PresentationFormat>
  <Paragraphs>136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Press Start 2P</vt:lpstr>
      <vt:lpstr>Maven Pro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1272</cp:revision>
  <dcterms:modified xsi:type="dcterms:W3CDTF">2026-01-07T11:26:28Z</dcterms:modified>
</cp:coreProperties>
</file>