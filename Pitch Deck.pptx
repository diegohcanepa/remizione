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8" r:id="rId1"/>
  </p:sldMasterIdLst>
  <p:notesMasterIdLst>
    <p:notesMasterId r:id="rId21"/>
  </p:notesMasterIdLst>
  <p:sldIdLst>
    <p:sldId id="256" r:id="rId2"/>
    <p:sldId id="260" r:id="rId3"/>
    <p:sldId id="345" r:id="rId4"/>
    <p:sldId id="346" r:id="rId5"/>
    <p:sldId id="342" r:id="rId6"/>
    <p:sldId id="347" r:id="rId7"/>
    <p:sldId id="327" r:id="rId8"/>
    <p:sldId id="330" r:id="rId9"/>
    <p:sldId id="331" r:id="rId10"/>
    <p:sldId id="333" r:id="rId11"/>
    <p:sldId id="335" r:id="rId12"/>
    <p:sldId id="337" r:id="rId13"/>
    <p:sldId id="323" r:id="rId14"/>
    <p:sldId id="324" r:id="rId15"/>
    <p:sldId id="340" r:id="rId16"/>
    <p:sldId id="326" r:id="rId17"/>
    <p:sldId id="320" r:id="rId18"/>
    <p:sldId id="343" r:id="rId19"/>
    <p:sldId id="321" r:id="rId20"/>
  </p:sldIdLst>
  <p:sldSz cx="9144000" cy="5143500" type="screen16x9"/>
  <p:notesSz cx="6858000" cy="9144000"/>
  <p:embeddedFontLst>
    <p:embeddedFont>
      <p:font typeface="Maven Pro" panose="020B0604020202020204" charset="0"/>
      <p:regular r:id="rId22"/>
      <p:bold r:id="rId23"/>
    </p:embeddedFont>
    <p:embeddedFont>
      <p:font typeface="Press Start 2P" panose="00000500000000000000" pitchFamily="2" charset="0"/>
      <p:regular r:id="rId2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F4D57"/>
    <a:srgbClr val="52333F"/>
    <a:srgbClr val="AB5130"/>
    <a:srgbClr val="BD6A62"/>
    <a:srgbClr val="3B7D4F"/>
    <a:srgbClr val="800000"/>
    <a:srgbClr val="F6CA15"/>
    <a:srgbClr val="CCCC00"/>
    <a:srgbClr val="F0B541"/>
    <a:srgbClr val="FF99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7D3D775-E612-4A68-ABBB-C3B02DE864C1}">
  <a:tblStyle styleId="{67D3D775-E612-4A68-ABBB-C3B02DE864C1}"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28" d="100"/>
          <a:sy n="128" d="100"/>
        </p:scale>
        <p:origin x="1134" y="330"/>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9"/>
        <p:cNvGrpSpPr/>
        <p:nvPr/>
      </p:nvGrpSpPr>
      <p:grpSpPr>
        <a:xfrm>
          <a:off x="0" y="0"/>
          <a:ext cx="0" cy="0"/>
          <a:chOff x="0" y="0"/>
          <a:chExt cx="0" cy="0"/>
        </a:xfrm>
      </p:grpSpPr>
      <p:sp>
        <p:nvSpPr>
          <p:cNvPr id="960" name="Google Shape;960;gace710277d_0_4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1" name="Google Shape;961;gace710277d_0_4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p:cNvGrpSpPr/>
        <p:nvPr/>
      </p:nvGrpSpPr>
      <p:grpSpPr>
        <a:xfrm>
          <a:off x="0" y="0"/>
          <a:ext cx="0" cy="0"/>
          <a:chOff x="0" y="0"/>
          <a:chExt cx="0" cy="0"/>
        </a:xfrm>
      </p:grpSpPr>
      <p:sp>
        <p:nvSpPr>
          <p:cNvPr id="996" name="Google Shape;996;g6ed1d3ee59_0_100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0EAE9E16-E741-2AFC-528A-5D362D2279EC}"/>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E9823407-3371-B2D4-9D7A-A39E9B64048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AC167794-BB93-5CE2-C42A-8137230037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115816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5BD767A2-DF76-9A6F-EF00-C1384D1B2B86}"/>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5030D183-3FC8-E9F2-C671-87BD79B5462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4576BDF4-7607-36D0-1701-C3123593B50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46356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A13670B1-C436-4FF0-EEED-6C23F1EF47E5}"/>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4C9A6B89-006F-BB09-A4BB-712C012DDB3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3A731BE7-B1CB-83C3-4C46-98DDFB6CFF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80080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074B9D20-03E9-9419-86F2-50EF17F4CE05}"/>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FAE5FF0C-BFBA-F92A-9C44-4B6A9AD6894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AB190A7B-7E94-3D7E-61E9-04A6B4738C8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231956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C7A66D30-EEBA-D26C-B7E5-02FA0B7542E8}"/>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2F2516FD-8C92-0365-481F-B95A12E707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1DBD48D3-210D-84C6-D120-2FBA89D216C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84297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7DCE523C-DE26-5190-B97C-FF87F49A9FEA}"/>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707DD896-8C3B-1E11-4786-5F30C1622A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91901726-2938-2326-9227-D4BA020AE4E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776544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21001038-85F5-AEA0-F926-46540150346D}"/>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8FFEAD37-314D-447D-29C9-0AC7FDA245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F7959833-3711-0A8D-C2A7-C09DBEA5F67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725500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4D07437F-E0EA-831F-F2B8-84F59181FE21}"/>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A074959D-9AA7-D270-552C-3D655A2FDB8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63C974D2-18E8-8BEA-6DD5-A55D55F870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950248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80B67A76-22B9-84A6-E145-6E495BB36FEB}"/>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B5890F23-F67E-1640-6079-4989FAB6A9D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1035D575-CF13-4A7B-2B86-7A49D158055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305755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2359753" y="4842290"/>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0;p2"/>
          <p:cNvSpPr/>
          <p:nvPr/>
        </p:nvSpPr>
        <p:spPr>
          <a:xfrm>
            <a:off x="2949468" y="4842290"/>
            <a:ext cx="295369" cy="301119"/>
          </a:xfrm>
          <a:custGeom>
            <a:avLst/>
            <a:gdLst/>
            <a:ahLst/>
            <a:cxnLst/>
            <a:rect l="l" t="t" r="r" b="b"/>
            <a:pathLst>
              <a:path w="9515" h="10548" extrusionOk="0">
                <a:moveTo>
                  <a:pt x="1" y="0"/>
                </a:moveTo>
                <a:lnTo>
                  <a:pt x="1" y="10547"/>
                </a:lnTo>
                <a:lnTo>
                  <a:pt x="9514" y="10547"/>
                </a:lnTo>
                <a:lnTo>
                  <a:pt x="951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5897255" y="4842290"/>
            <a:ext cx="295338" cy="301119"/>
          </a:xfrm>
          <a:custGeom>
            <a:avLst/>
            <a:gdLst/>
            <a:ahLst/>
            <a:cxnLst/>
            <a:rect l="l" t="t" r="r" b="b"/>
            <a:pathLst>
              <a:path w="9514" h="10548" extrusionOk="0">
                <a:moveTo>
                  <a:pt x="0" y="0"/>
                </a:moveTo>
                <a:lnTo>
                  <a:pt x="0" y="10547"/>
                </a:lnTo>
                <a:lnTo>
                  <a:pt x="9514" y="10547"/>
                </a:lnTo>
                <a:lnTo>
                  <a:pt x="951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8257017" y="48425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860" y="4239249"/>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590576" y="423924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1180291" y="4239249"/>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1770006"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2949468" y="4239249"/>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3539183"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5308360"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5898106" y="4239249"/>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6487821" y="423924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7077537"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860" y="3637064"/>
            <a:ext cx="295338" cy="301119"/>
          </a:xfrm>
          <a:custGeom>
            <a:avLst/>
            <a:gdLst/>
            <a:ahLst/>
            <a:cxnLst/>
            <a:rect l="l" t="t" r="r" b="b"/>
            <a:pathLst>
              <a:path w="9514" h="10548" extrusionOk="0">
                <a:moveTo>
                  <a:pt x="0" y="1"/>
                </a:moveTo>
                <a:lnTo>
                  <a:pt x="0" y="10548"/>
                </a:lnTo>
                <a:lnTo>
                  <a:pt x="9514" y="10548"/>
                </a:lnTo>
                <a:lnTo>
                  <a:pt x="9514" y="1"/>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8257868" y="3637275"/>
            <a:ext cx="295369" cy="301119"/>
          </a:xfrm>
          <a:custGeom>
            <a:avLst/>
            <a:gdLst/>
            <a:ahLst/>
            <a:cxnLst/>
            <a:rect l="l" t="t" r="r" b="b"/>
            <a:pathLst>
              <a:path w="9515" h="10548" extrusionOk="0">
                <a:moveTo>
                  <a:pt x="0" y="1"/>
                </a:moveTo>
                <a:lnTo>
                  <a:pt x="0" y="10548"/>
                </a:lnTo>
                <a:lnTo>
                  <a:pt x="9514" y="10548"/>
                </a:lnTo>
                <a:lnTo>
                  <a:pt x="9514" y="1"/>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8847625" y="4239877"/>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591488" y="36370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801" y="4842282"/>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591020" y="48422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1180782" y="4842263"/>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1769780" y="4840556"/>
            <a:ext cx="295369" cy="301148"/>
          </a:xfrm>
          <a:custGeom>
            <a:avLst/>
            <a:gdLst/>
            <a:ahLst/>
            <a:cxnLst/>
            <a:rect l="l" t="t" r="r" b="b"/>
            <a:pathLst>
              <a:path w="9515" h="10549" extrusionOk="0">
                <a:moveTo>
                  <a:pt x="0" y="1"/>
                </a:moveTo>
                <a:lnTo>
                  <a:pt x="0" y="10548"/>
                </a:lnTo>
                <a:lnTo>
                  <a:pt x="9514" y="10548"/>
                </a:lnTo>
                <a:lnTo>
                  <a:pt x="9514"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3539196"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4128530" y="48405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4717807" y="4840565"/>
            <a:ext cx="295369" cy="301148"/>
          </a:xfrm>
          <a:custGeom>
            <a:avLst/>
            <a:gdLst/>
            <a:ahLst/>
            <a:cxnLst/>
            <a:rect l="l" t="t" r="r" b="b"/>
            <a:pathLst>
              <a:path w="9515" h="10549" extrusionOk="0">
                <a:moveTo>
                  <a:pt x="1" y="1"/>
                </a:moveTo>
                <a:lnTo>
                  <a:pt x="1" y="10548"/>
                </a:lnTo>
                <a:lnTo>
                  <a:pt x="9514" y="10548"/>
                </a:lnTo>
                <a:lnTo>
                  <a:pt x="9514" y="1"/>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5308000" y="4840551"/>
            <a:ext cx="294438" cy="301148"/>
          </a:xfrm>
          <a:custGeom>
            <a:avLst/>
            <a:gdLst/>
            <a:ahLst/>
            <a:cxnLst/>
            <a:rect l="l" t="t" r="r" b="b"/>
            <a:pathLst>
              <a:path w="9485" h="10549" extrusionOk="0">
                <a:moveTo>
                  <a:pt x="1" y="1"/>
                </a:moveTo>
                <a:lnTo>
                  <a:pt x="1" y="10548"/>
                </a:lnTo>
                <a:lnTo>
                  <a:pt x="9484" y="10548"/>
                </a:lnTo>
                <a:lnTo>
                  <a:pt x="9484"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6486964"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7076686" y="484417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4128903" y="4239301"/>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7668171" y="4238203"/>
            <a:ext cx="294438" cy="301119"/>
          </a:xfrm>
          <a:custGeom>
            <a:avLst/>
            <a:gdLst/>
            <a:ahLst/>
            <a:cxnLst/>
            <a:rect l="l" t="t" r="r" b="b"/>
            <a:pathLst>
              <a:path w="9485" h="10548" extrusionOk="0">
                <a:moveTo>
                  <a:pt x="1" y="0"/>
                </a:moveTo>
                <a:lnTo>
                  <a:pt x="1" y="10548"/>
                </a:lnTo>
                <a:lnTo>
                  <a:pt x="9484" y="10548"/>
                </a:lnTo>
                <a:lnTo>
                  <a:pt x="9484"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7666398" y="4840524"/>
            <a:ext cx="294438" cy="301119"/>
          </a:xfrm>
          <a:custGeom>
            <a:avLst/>
            <a:gdLst/>
            <a:ahLst/>
            <a:cxnLst/>
            <a:rect l="l" t="t" r="r" b="b"/>
            <a:pathLst>
              <a:path w="9485" h="10548" extrusionOk="0">
                <a:moveTo>
                  <a:pt x="1" y="0"/>
                </a:moveTo>
                <a:lnTo>
                  <a:pt x="1" y="10548"/>
                </a:lnTo>
                <a:lnTo>
                  <a:pt x="9484" y="10548"/>
                </a:lnTo>
                <a:lnTo>
                  <a:pt x="948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8257900" y="4239459"/>
            <a:ext cx="294407" cy="301975"/>
          </a:xfrm>
          <a:custGeom>
            <a:avLst/>
            <a:gdLst/>
            <a:ahLst/>
            <a:cxnLst/>
            <a:rect l="l" t="t" r="r" b="b"/>
            <a:pathLst>
              <a:path w="9484" h="10578" extrusionOk="0">
                <a:moveTo>
                  <a:pt x="0" y="0"/>
                </a:moveTo>
                <a:lnTo>
                  <a:pt x="0" y="10578"/>
                </a:lnTo>
                <a:lnTo>
                  <a:pt x="9484" y="10578"/>
                </a:lnTo>
                <a:lnTo>
                  <a:pt x="948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8848580" y="4842049"/>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8848631" y="3637291"/>
            <a:ext cx="295369" cy="301119"/>
          </a:xfrm>
          <a:custGeom>
            <a:avLst/>
            <a:gdLst/>
            <a:ahLst/>
            <a:cxnLst/>
            <a:rect l="l" t="t" r="r" b="b"/>
            <a:pathLst>
              <a:path w="9515" h="10548" extrusionOk="0">
                <a:moveTo>
                  <a:pt x="1" y="0"/>
                </a:moveTo>
                <a:lnTo>
                  <a:pt x="1" y="10548"/>
                </a:lnTo>
                <a:lnTo>
                  <a:pt x="9515" y="10548"/>
                </a:lnTo>
                <a:lnTo>
                  <a:pt x="9515"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2"/>
          <p:cNvSpPr txBox="1">
            <a:spLocks noGrp="1"/>
          </p:cNvSpPr>
          <p:nvPr>
            <p:ph type="ctrTitle"/>
          </p:nvPr>
        </p:nvSpPr>
        <p:spPr>
          <a:xfrm>
            <a:off x="1841100" y="2279225"/>
            <a:ext cx="5461800" cy="948300"/>
          </a:xfrm>
          <a:prstGeom prst="rect">
            <a:avLst/>
          </a:prstGeom>
        </p:spPr>
        <p:txBody>
          <a:bodyPr spcFirstLastPara="1" wrap="square" lIns="91425" tIns="91425" rIns="91425" bIns="91425" anchor="ctr" anchorCtr="0">
            <a:noAutofit/>
          </a:bodyPr>
          <a:lstStyle>
            <a:lvl1pPr lvl="0" algn="ctr">
              <a:spcBef>
                <a:spcPts val="0"/>
              </a:spcBef>
              <a:spcAft>
                <a:spcPts val="0"/>
              </a:spcAft>
              <a:buSzPts val="5300"/>
              <a:buNone/>
              <a:defRPr sz="3500">
                <a:solidFill>
                  <a:srgbClr val="FFFFFF"/>
                </a:solidFill>
              </a:defRPr>
            </a:lvl1pPr>
            <a:lvl2pPr lvl="1" algn="ctr">
              <a:spcBef>
                <a:spcPts val="0"/>
              </a:spcBef>
              <a:spcAft>
                <a:spcPts val="0"/>
              </a:spcAft>
              <a:buSzPts val="5300"/>
              <a:buNone/>
              <a:defRPr sz="5300"/>
            </a:lvl2pPr>
            <a:lvl3pPr lvl="2" algn="ctr">
              <a:spcBef>
                <a:spcPts val="0"/>
              </a:spcBef>
              <a:spcAft>
                <a:spcPts val="0"/>
              </a:spcAft>
              <a:buSzPts val="5300"/>
              <a:buNone/>
              <a:defRPr sz="5300"/>
            </a:lvl3pPr>
            <a:lvl4pPr lvl="3" algn="ctr">
              <a:spcBef>
                <a:spcPts val="0"/>
              </a:spcBef>
              <a:spcAft>
                <a:spcPts val="0"/>
              </a:spcAft>
              <a:buSzPts val="5300"/>
              <a:buNone/>
              <a:defRPr sz="5300"/>
            </a:lvl4pPr>
            <a:lvl5pPr lvl="4" algn="ctr">
              <a:spcBef>
                <a:spcPts val="0"/>
              </a:spcBef>
              <a:spcAft>
                <a:spcPts val="0"/>
              </a:spcAft>
              <a:buSzPts val="5300"/>
              <a:buNone/>
              <a:defRPr sz="5300"/>
            </a:lvl5pPr>
            <a:lvl6pPr lvl="5" algn="ctr">
              <a:spcBef>
                <a:spcPts val="0"/>
              </a:spcBef>
              <a:spcAft>
                <a:spcPts val="0"/>
              </a:spcAft>
              <a:buSzPts val="5300"/>
              <a:buNone/>
              <a:defRPr sz="5300"/>
            </a:lvl6pPr>
            <a:lvl7pPr lvl="6" algn="ctr">
              <a:spcBef>
                <a:spcPts val="0"/>
              </a:spcBef>
              <a:spcAft>
                <a:spcPts val="0"/>
              </a:spcAft>
              <a:buSzPts val="5300"/>
              <a:buNone/>
              <a:defRPr sz="5300"/>
            </a:lvl7pPr>
            <a:lvl8pPr lvl="7" algn="ctr">
              <a:spcBef>
                <a:spcPts val="0"/>
              </a:spcBef>
              <a:spcAft>
                <a:spcPts val="0"/>
              </a:spcAft>
              <a:buSzPts val="5300"/>
              <a:buNone/>
              <a:defRPr sz="5300"/>
            </a:lvl8pPr>
            <a:lvl9pPr lvl="8" algn="ctr">
              <a:spcBef>
                <a:spcPts val="0"/>
              </a:spcBef>
              <a:spcAft>
                <a:spcPts val="0"/>
              </a:spcAft>
              <a:buSzPts val="5300"/>
              <a:buNone/>
              <a:defRPr sz="5300"/>
            </a:lvl9pPr>
          </a:lstStyle>
          <a:p>
            <a:endParaRPr/>
          </a:p>
        </p:txBody>
      </p:sp>
      <p:sp>
        <p:nvSpPr>
          <p:cNvPr id="55" name="Google Shape;55;p2"/>
          <p:cNvSpPr txBox="1">
            <a:spLocks noGrp="1"/>
          </p:cNvSpPr>
          <p:nvPr>
            <p:ph type="subTitle" idx="1"/>
          </p:nvPr>
        </p:nvSpPr>
        <p:spPr>
          <a:xfrm>
            <a:off x="2358950" y="3281500"/>
            <a:ext cx="4283100" cy="5250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SzPts val="2800"/>
              <a:buNone/>
              <a:defRPr sz="1800" b="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6" name="Google Shape;56;p2"/>
          <p:cNvSpPr txBox="1">
            <a:spLocks noGrp="1"/>
          </p:cNvSpPr>
          <p:nvPr>
            <p:ph type="ctrTitle" idx="2"/>
          </p:nvPr>
        </p:nvSpPr>
        <p:spPr>
          <a:xfrm>
            <a:off x="713100" y="1323175"/>
            <a:ext cx="7717800" cy="732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5300"/>
              <a:buNone/>
              <a:defRPr sz="4300"/>
            </a:lvl1pPr>
            <a:lvl2pPr lvl="1" algn="ctr" rtl="0">
              <a:spcBef>
                <a:spcPts val="0"/>
              </a:spcBef>
              <a:spcAft>
                <a:spcPts val="0"/>
              </a:spcAft>
              <a:buSzPts val="5300"/>
              <a:buNone/>
              <a:defRPr sz="5300"/>
            </a:lvl2pPr>
            <a:lvl3pPr lvl="2" algn="ctr" rtl="0">
              <a:spcBef>
                <a:spcPts val="0"/>
              </a:spcBef>
              <a:spcAft>
                <a:spcPts val="0"/>
              </a:spcAft>
              <a:buSzPts val="5300"/>
              <a:buNone/>
              <a:defRPr sz="5300"/>
            </a:lvl3pPr>
            <a:lvl4pPr lvl="3" algn="ctr" rtl="0">
              <a:spcBef>
                <a:spcPts val="0"/>
              </a:spcBef>
              <a:spcAft>
                <a:spcPts val="0"/>
              </a:spcAft>
              <a:buSzPts val="5300"/>
              <a:buNone/>
              <a:defRPr sz="5300"/>
            </a:lvl4pPr>
            <a:lvl5pPr lvl="4" algn="ctr" rtl="0">
              <a:spcBef>
                <a:spcPts val="0"/>
              </a:spcBef>
              <a:spcAft>
                <a:spcPts val="0"/>
              </a:spcAft>
              <a:buSzPts val="5300"/>
              <a:buNone/>
              <a:defRPr sz="5300"/>
            </a:lvl5pPr>
            <a:lvl6pPr lvl="5" algn="ctr" rtl="0">
              <a:spcBef>
                <a:spcPts val="0"/>
              </a:spcBef>
              <a:spcAft>
                <a:spcPts val="0"/>
              </a:spcAft>
              <a:buSzPts val="5300"/>
              <a:buNone/>
              <a:defRPr sz="5300"/>
            </a:lvl6pPr>
            <a:lvl7pPr lvl="6" algn="ctr" rtl="0">
              <a:spcBef>
                <a:spcPts val="0"/>
              </a:spcBef>
              <a:spcAft>
                <a:spcPts val="0"/>
              </a:spcAft>
              <a:buSzPts val="5300"/>
              <a:buNone/>
              <a:defRPr sz="5300"/>
            </a:lvl7pPr>
            <a:lvl8pPr lvl="7" algn="ctr" rtl="0">
              <a:spcBef>
                <a:spcPts val="0"/>
              </a:spcBef>
              <a:spcAft>
                <a:spcPts val="0"/>
              </a:spcAft>
              <a:buSzPts val="5300"/>
              <a:buNone/>
              <a:defRPr sz="5300"/>
            </a:lvl8pPr>
            <a:lvl9pPr lvl="8" algn="ctr" rtl="0">
              <a:spcBef>
                <a:spcPts val="0"/>
              </a:spcBef>
              <a:spcAft>
                <a:spcPts val="0"/>
              </a:spcAft>
              <a:buSzPts val="5300"/>
              <a:buNone/>
              <a:defRPr sz="5300"/>
            </a:lvl9pPr>
          </a:lstStyle>
          <a:p>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preserve="1" userDrawn="1">
  <p:cSld name="Title only">
    <p:spTree>
      <p:nvGrpSpPr>
        <p:cNvPr id="1" name="Shape 8"/>
        <p:cNvGrpSpPr/>
        <p:nvPr/>
      </p:nvGrpSpPr>
      <p:grpSpPr>
        <a:xfrm>
          <a:off x="0" y="0"/>
          <a:ext cx="0" cy="0"/>
          <a:chOff x="0" y="0"/>
          <a:chExt cx="0" cy="0"/>
        </a:xfrm>
      </p:grpSpPr>
      <p:sp>
        <p:nvSpPr>
          <p:cNvPr id="9" name="Google Shape;9;p2"/>
          <p:cNvSpPr/>
          <p:nvPr/>
        </p:nvSpPr>
        <p:spPr>
          <a:xfrm>
            <a:off x="2359753" y="4842290"/>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0;p2"/>
          <p:cNvSpPr/>
          <p:nvPr/>
        </p:nvSpPr>
        <p:spPr>
          <a:xfrm>
            <a:off x="2949468" y="4842290"/>
            <a:ext cx="295369" cy="301119"/>
          </a:xfrm>
          <a:custGeom>
            <a:avLst/>
            <a:gdLst/>
            <a:ahLst/>
            <a:cxnLst/>
            <a:rect l="l" t="t" r="r" b="b"/>
            <a:pathLst>
              <a:path w="9515" h="10548" extrusionOk="0">
                <a:moveTo>
                  <a:pt x="1" y="0"/>
                </a:moveTo>
                <a:lnTo>
                  <a:pt x="1" y="10547"/>
                </a:lnTo>
                <a:lnTo>
                  <a:pt x="9514" y="10547"/>
                </a:lnTo>
                <a:lnTo>
                  <a:pt x="951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5897255" y="4842290"/>
            <a:ext cx="295338" cy="301119"/>
          </a:xfrm>
          <a:custGeom>
            <a:avLst/>
            <a:gdLst/>
            <a:ahLst/>
            <a:cxnLst/>
            <a:rect l="l" t="t" r="r" b="b"/>
            <a:pathLst>
              <a:path w="9514" h="10548" extrusionOk="0">
                <a:moveTo>
                  <a:pt x="0" y="0"/>
                </a:moveTo>
                <a:lnTo>
                  <a:pt x="0" y="10547"/>
                </a:lnTo>
                <a:lnTo>
                  <a:pt x="9514" y="10547"/>
                </a:lnTo>
                <a:lnTo>
                  <a:pt x="951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8257017" y="48425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860" y="4239249"/>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590576" y="423924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1180291" y="4239249"/>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1770006"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2949468" y="4239249"/>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3539183"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5308360"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5898106" y="4239249"/>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6487821" y="423924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7077537"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860" y="3637064"/>
            <a:ext cx="295338" cy="301119"/>
          </a:xfrm>
          <a:custGeom>
            <a:avLst/>
            <a:gdLst/>
            <a:ahLst/>
            <a:cxnLst/>
            <a:rect l="l" t="t" r="r" b="b"/>
            <a:pathLst>
              <a:path w="9514" h="10548" extrusionOk="0">
                <a:moveTo>
                  <a:pt x="0" y="1"/>
                </a:moveTo>
                <a:lnTo>
                  <a:pt x="0" y="10548"/>
                </a:lnTo>
                <a:lnTo>
                  <a:pt x="9514" y="10548"/>
                </a:lnTo>
                <a:lnTo>
                  <a:pt x="9514" y="1"/>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8257868" y="3637275"/>
            <a:ext cx="295369" cy="301119"/>
          </a:xfrm>
          <a:custGeom>
            <a:avLst/>
            <a:gdLst/>
            <a:ahLst/>
            <a:cxnLst/>
            <a:rect l="l" t="t" r="r" b="b"/>
            <a:pathLst>
              <a:path w="9515" h="10548" extrusionOk="0">
                <a:moveTo>
                  <a:pt x="0" y="1"/>
                </a:moveTo>
                <a:lnTo>
                  <a:pt x="0" y="10548"/>
                </a:lnTo>
                <a:lnTo>
                  <a:pt x="9514" y="10548"/>
                </a:lnTo>
                <a:lnTo>
                  <a:pt x="9514" y="1"/>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8847625" y="4239877"/>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591488" y="36370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801" y="4842282"/>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591020" y="48422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1180782" y="4842263"/>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1769780" y="4840556"/>
            <a:ext cx="295369" cy="301148"/>
          </a:xfrm>
          <a:custGeom>
            <a:avLst/>
            <a:gdLst/>
            <a:ahLst/>
            <a:cxnLst/>
            <a:rect l="l" t="t" r="r" b="b"/>
            <a:pathLst>
              <a:path w="9515" h="10549" extrusionOk="0">
                <a:moveTo>
                  <a:pt x="0" y="1"/>
                </a:moveTo>
                <a:lnTo>
                  <a:pt x="0" y="10548"/>
                </a:lnTo>
                <a:lnTo>
                  <a:pt x="9514" y="10548"/>
                </a:lnTo>
                <a:lnTo>
                  <a:pt x="9514"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3539196"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4128530" y="48405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4717807" y="4840565"/>
            <a:ext cx="295369" cy="301148"/>
          </a:xfrm>
          <a:custGeom>
            <a:avLst/>
            <a:gdLst/>
            <a:ahLst/>
            <a:cxnLst/>
            <a:rect l="l" t="t" r="r" b="b"/>
            <a:pathLst>
              <a:path w="9515" h="10549" extrusionOk="0">
                <a:moveTo>
                  <a:pt x="1" y="1"/>
                </a:moveTo>
                <a:lnTo>
                  <a:pt x="1" y="10548"/>
                </a:lnTo>
                <a:lnTo>
                  <a:pt x="9514" y="10548"/>
                </a:lnTo>
                <a:lnTo>
                  <a:pt x="9514" y="1"/>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5308000" y="4840551"/>
            <a:ext cx="294438" cy="301148"/>
          </a:xfrm>
          <a:custGeom>
            <a:avLst/>
            <a:gdLst/>
            <a:ahLst/>
            <a:cxnLst/>
            <a:rect l="l" t="t" r="r" b="b"/>
            <a:pathLst>
              <a:path w="9485" h="10549" extrusionOk="0">
                <a:moveTo>
                  <a:pt x="1" y="1"/>
                </a:moveTo>
                <a:lnTo>
                  <a:pt x="1" y="10548"/>
                </a:lnTo>
                <a:lnTo>
                  <a:pt x="9484" y="10548"/>
                </a:lnTo>
                <a:lnTo>
                  <a:pt x="9484"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6486964"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7076686" y="484417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4128903" y="4239301"/>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7668171" y="4238203"/>
            <a:ext cx="294438" cy="301119"/>
          </a:xfrm>
          <a:custGeom>
            <a:avLst/>
            <a:gdLst/>
            <a:ahLst/>
            <a:cxnLst/>
            <a:rect l="l" t="t" r="r" b="b"/>
            <a:pathLst>
              <a:path w="9485" h="10548" extrusionOk="0">
                <a:moveTo>
                  <a:pt x="1" y="0"/>
                </a:moveTo>
                <a:lnTo>
                  <a:pt x="1" y="10548"/>
                </a:lnTo>
                <a:lnTo>
                  <a:pt x="9484" y="10548"/>
                </a:lnTo>
                <a:lnTo>
                  <a:pt x="9484"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7666398" y="4840524"/>
            <a:ext cx="294438" cy="301119"/>
          </a:xfrm>
          <a:custGeom>
            <a:avLst/>
            <a:gdLst/>
            <a:ahLst/>
            <a:cxnLst/>
            <a:rect l="l" t="t" r="r" b="b"/>
            <a:pathLst>
              <a:path w="9485" h="10548" extrusionOk="0">
                <a:moveTo>
                  <a:pt x="1" y="0"/>
                </a:moveTo>
                <a:lnTo>
                  <a:pt x="1" y="10548"/>
                </a:lnTo>
                <a:lnTo>
                  <a:pt x="9484" y="10548"/>
                </a:lnTo>
                <a:lnTo>
                  <a:pt x="948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8257900" y="4239459"/>
            <a:ext cx="294407" cy="301975"/>
          </a:xfrm>
          <a:custGeom>
            <a:avLst/>
            <a:gdLst/>
            <a:ahLst/>
            <a:cxnLst/>
            <a:rect l="l" t="t" r="r" b="b"/>
            <a:pathLst>
              <a:path w="9484" h="10578" extrusionOk="0">
                <a:moveTo>
                  <a:pt x="0" y="0"/>
                </a:moveTo>
                <a:lnTo>
                  <a:pt x="0" y="10578"/>
                </a:lnTo>
                <a:lnTo>
                  <a:pt x="9484" y="10578"/>
                </a:lnTo>
                <a:lnTo>
                  <a:pt x="948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8848580" y="4842049"/>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8848631" y="3637291"/>
            <a:ext cx="295369" cy="301119"/>
          </a:xfrm>
          <a:custGeom>
            <a:avLst/>
            <a:gdLst/>
            <a:ahLst/>
            <a:cxnLst/>
            <a:rect l="l" t="t" r="r" b="b"/>
            <a:pathLst>
              <a:path w="9515" h="10548" extrusionOk="0">
                <a:moveTo>
                  <a:pt x="1" y="0"/>
                </a:moveTo>
                <a:lnTo>
                  <a:pt x="1" y="10548"/>
                </a:lnTo>
                <a:lnTo>
                  <a:pt x="9515" y="10548"/>
                </a:lnTo>
                <a:lnTo>
                  <a:pt x="9515"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Google Shape;9;p2">
            <a:extLst>
              <a:ext uri="{FF2B5EF4-FFF2-40B4-BE49-F238E27FC236}">
                <a16:creationId xmlns:a16="http://schemas.microsoft.com/office/drawing/2014/main" id="{B74B651D-B17C-77C1-7A71-72E8190EF5C2}"/>
              </a:ext>
            </a:extLst>
          </p:cNvPr>
          <p:cNvSpPr/>
          <p:nvPr userDrawn="1"/>
        </p:nvSpPr>
        <p:spPr>
          <a:xfrm>
            <a:off x="2358747" y="604087"/>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 name="Google Shape;10;p2">
            <a:extLst>
              <a:ext uri="{FF2B5EF4-FFF2-40B4-BE49-F238E27FC236}">
                <a16:creationId xmlns:a16="http://schemas.microsoft.com/office/drawing/2014/main" id="{3435CFA5-74C7-AD14-88DC-40B1595375B8}"/>
              </a:ext>
            </a:extLst>
          </p:cNvPr>
          <p:cNvSpPr/>
          <p:nvPr userDrawn="1"/>
        </p:nvSpPr>
        <p:spPr>
          <a:xfrm>
            <a:off x="2948462" y="604087"/>
            <a:ext cx="295369" cy="301119"/>
          </a:xfrm>
          <a:custGeom>
            <a:avLst/>
            <a:gdLst/>
            <a:ahLst/>
            <a:cxnLst/>
            <a:rect l="l" t="t" r="r" b="b"/>
            <a:pathLst>
              <a:path w="9515" h="10548" extrusionOk="0">
                <a:moveTo>
                  <a:pt x="1" y="0"/>
                </a:moveTo>
                <a:lnTo>
                  <a:pt x="1" y="10547"/>
                </a:lnTo>
                <a:lnTo>
                  <a:pt x="9514" y="10547"/>
                </a:lnTo>
                <a:lnTo>
                  <a:pt x="951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11;p2">
            <a:extLst>
              <a:ext uri="{FF2B5EF4-FFF2-40B4-BE49-F238E27FC236}">
                <a16:creationId xmlns:a16="http://schemas.microsoft.com/office/drawing/2014/main" id="{0803F4CA-8D86-A4C4-B692-25D42C135A77}"/>
              </a:ext>
            </a:extLst>
          </p:cNvPr>
          <p:cNvSpPr/>
          <p:nvPr userDrawn="1"/>
        </p:nvSpPr>
        <p:spPr>
          <a:xfrm>
            <a:off x="5896249" y="604087"/>
            <a:ext cx="295338" cy="301119"/>
          </a:xfrm>
          <a:custGeom>
            <a:avLst/>
            <a:gdLst/>
            <a:ahLst/>
            <a:cxnLst/>
            <a:rect l="l" t="t" r="r" b="b"/>
            <a:pathLst>
              <a:path w="9514" h="10548" extrusionOk="0">
                <a:moveTo>
                  <a:pt x="0" y="0"/>
                </a:moveTo>
                <a:lnTo>
                  <a:pt x="0" y="10547"/>
                </a:lnTo>
                <a:lnTo>
                  <a:pt x="9514" y="10547"/>
                </a:lnTo>
                <a:lnTo>
                  <a:pt x="951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12;p2">
            <a:extLst>
              <a:ext uri="{FF2B5EF4-FFF2-40B4-BE49-F238E27FC236}">
                <a16:creationId xmlns:a16="http://schemas.microsoft.com/office/drawing/2014/main" id="{ECD4822F-7194-3A81-4434-79104FE737E6}"/>
              </a:ext>
            </a:extLst>
          </p:cNvPr>
          <p:cNvSpPr/>
          <p:nvPr userDrawn="1"/>
        </p:nvSpPr>
        <p:spPr>
          <a:xfrm>
            <a:off x="8256011" y="604298"/>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3;p2">
            <a:extLst>
              <a:ext uri="{FF2B5EF4-FFF2-40B4-BE49-F238E27FC236}">
                <a16:creationId xmlns:a16="http://schemas.microsoft.com/office/drawing/2014/main" id="{6402B80D-9BE5-0C99-CB10-EEEF944BD193}"/>
              </a:ext>
            </a:extLst>
          </p:cNvPr>
          <p:cNvSpPr/>
          <p:nvPr userDrawn="1"/>
        </p:nvSpPr>
        <p:spPr>
          <a:xfrm>
            <a:off x="-146" y="1046"/>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4;p2">
            <a:extLst>
              <a:ext uri="{FF2B5EF4-FFF2-40B4-BE49-F238E27FC236}">
                <a16:creationId xmlns:a16="http://schemas.microsoft.com/office/drawing/2014/main" id="{641F2603-8162-37F9-190B-9FC9FA614BD4}"/>
              </a:ext>
            </a:extLst>
          </p:cNvPr>
          <p:cNvSpPr/>
          <p:nvPr userDrawn="1"/>
        </p:nvSpPr>
        <p:spPr>
          <a:xfrm>
            <a:off x="589570" y="1046"/>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5;p2">
            <a:extLst>
              <a:ext uri="{FF2B5EF4-FFF2-40B4-BE49-F238E27FC236}">
                <a16:creationId xmlns:a16="http://schemas.microsoft.com/office/drawing/2014/main" id="{2A934EE3-D739-7928-4671-434B3EF00098}"/>
              </a:ext>
            </a:extLst>
          </p:cNvPr>
          <p:cNvSpPr/>
          <p:nvPr userDrawn="1"/>
        </p:nvSpPr>
        <p:spPr>
          <a:xfrm>
            <a:off x="1179285" y="1046"/>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6;p2">
            <a:extLst>
              <a:ext uri="{FF2B5EF4-FFF2-40B4-BE49-F238E27FC236}">
                <a16:creationId xmlns:a16="http://schemas.microsoft.com/office/drawing/2014/main" id="{9FA21B27-6F61-C00A-2BDB-ADCE7A4C9EDA}"/>
              </a:ext>
            </a:extLst>
          </p:cNvPr>
          <p:cNvSpPr/>
          <p:nvPr userDrawn="1"/>
        </p:nvSpPr>
        <p:spPr>
          <a:xfrm>
            <a:off x="1769000" y="1046"/>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7;p2">
            <a:extLst>
              <a:ext uri="{FF2B5EF4-FFF2-40B4-BE49-F238E27FC236}">
                <a16:creationId xmlns:a16="http://schemas.microsoft.com/office/drawing/2014/main" id="{321A6377-A923-113C-3F04-32A14ACDA60D}"/>
              </a:ext>
            </a:extLst>
          </p:cNvPr>
          <p:cNvSpPr/>
          <p:nvPr userDrawn="1"/>
        </p:nvSpPr>
        <p:spPr>
          <a:xfrm>
            <a:off x="2948462" y="1046"/>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18;p2">
            <a:extLst>
              <a:ext uri="{FF2B5EF4-FFF2-40B4-BE49-F238E27FC236}">
                <a16:creationId xmlns:a16="http://schemas.microsoft.com/office/drawing/2014/main" id="{BD4DC746-5D3A-4CBD-6BF7-743A5CD81AFE}"/>
              </a:ext>
            </a:extLst>
          </p:cNvPr>
          <p:cNvSpPr/>
          <p:nvPr userDrawn="1"/>
        </p:nvSpPr>
        <p:spPr>
          <a:xfrm>
            <a:off x="3538177" y="1046"/>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9;p2">
            <a:extLst>
              <a:ext uri="{FF2B5EF4-FFF2-40B4-BE49-F238E27FC236}">
                <a16:creationId xmlns:a16="http://schemas.microsoft.com/office/drawing/2014/main" id="{6A1A2A16-9CB1-39D0-F713-638C4A62A220}"/>
              </a:ext>
            </a:extLst>
          </p:cNvPr>
          <p:cNvSpPr/>
          <p:nvPr userDrawn="1"/>
        </p:nvSpPr>
        <p:spPr>
          <a:xfrm>
            <a:off x="5307354" y="1046"/>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20;p2">
            <a:extLst>
              <a:ext uri="{FF2B5EF4-FFF2-40B4-BE49-F238E27FC236}">
                <a16:creationId xmlns:a16="http://schemas.microsoft.com/office/drawing/2014/main" id="{7ACC9AD9-5865-A0E9-AC52-4D33BD3690E4}"/>
              </a:ext>
            </a:extLst>
          </p:cNvPr>
          <p:cNvSpPr/>
          <p:nvPr userDrawn="1"/>
        </p:nvSpPr>
        <p:spPr>
          <a:xfrm>
            <a:off x="5897100" y="1046"/>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21;p2">
            <a:extLst>
              <a:ext uri="{FF2B5EF4-FFF2-40B4-BE49-F238E27FC236}">
                <a16:creationId xmlns:a16="http://schemas.microsoft.com/office/drawing/2014/main" id="{85053872-D365-5AD1-6905-3C4802BBB19F}"/>
              </a:ext>
            </a:extLst>
          </p:cNvPr>
          <p:cNvSpPr/>
          <p:nvPr userDrawn="1"/>
        </p:nvSpPr>
        <p:spPr>
          <a:xfrm>
            <a:off x="6486815" y="1046"/>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22;p2">
            <a:extLst>
              <a:ext uri="{FF2B5EF4-FFF2-40B4-BE49-F238E27FC236}">
                <a16:creationId xmlns:a16="http://schemas.microsoft.com/office/drawing/2014/main" id="{A1A26F75-7B15-DA54-4FBA-96641762CA2A}"/>
              </a:ext>
            </a:extLst>
          </p:cNvPr>
          <p:cNvSpPr/>
          <p:nvPr userDrawn="1"/>
        </p:nvSpPr>
        <p:spPr>
          <a:xfrm>
            <a:off x="7076531" y="1046"/>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3;p2">
            <a:extLst>
              <a:ext uri="{FF2B5EF4-FFF2-40B4-BE49-F238E27FC236}">
                <a16:creationId xmlns:a16="http://schemas.microsoft.com/office/drawing/2014/main" id="{A683E51D-E37C-7B0B-ECC6-F0DC037071C3}"/>
              </a:ext>
            </a:extLst>
          </p:cNvPr>
          <p:cNvSpPr/>
          <p:nvPr userDrawn="1"/>
        </p:nvSpPr>
        <p:spPr>
          <a:xfrm>
            <a:off x="-146" y="1214004"/>
            <a:ext cx="295338" cy="301119"/>
          </a:xfrm>
          <a:custGeom>
            <a:avLst/>
            <a:gdLst/>
            <a:ahLst/>
            <a:cxnLst/>
            <a:rect l="l" t="t" r="r" b="b"/>
            <a:pathLst>
              <a:path w="9514" h="10548" extrusionOk="0">
                <a:moveTo>
                  <a:pt x="0" y="1"/>
                </a:moveTo>
                <a:lnTo>
                  <a:pt x="0" y="10548"/>
                </a:lnTo>
                <a:lnTo>
                  <a:pt x="9514" y="10548"/>
                </a:lnTo>
                <a:lnTo>
                  <a:pt x="9514" y="1"/>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24;p2">
            <a:extLst>
              <a:ext uri="{FF2B5EF4-FFF2-40B4-BE49-F238E27FC236}">
                <a16:creationId xmlns:a16="http://schemas.microsoft.com/office/drawing/2014/main" id="{77BCE4B0-7A80-F235-966C-7335EAA88F60}"/>
              </a:ext>
            </a:extLst>
          </p:cNvPr>
          <p:cNvSpPr/>
          <p:nvPr userDrawn="1"/>
        </p:nvSpPr>
        <p:spPr>
          <a:xfrm>
            <a:off x="8256862" y="1214215"/>
            <a:ext cx="295369" cy="301119"/>
          </a:xfrm>
          <a:custGeom>
            <a:avLst/>
            <a:gdLst/>
            <a:ahLst/>
            <a:cxnLst/>
            <a:rect l="l" t="t" r="r" b="b"/>
            <a:pathLst>
              <a:path w="9515" h="10548" extrusionOk="0">
                <a:moveTo>
                  <a:pt x="0" y="1"/>
                </a:moveTo>
                <a:lnTo>
                  <a:pt x="0" y="10548"/>
                </a:lnTo>
                <a:lnTo>
                  <a:pt x="9514" y="10548"/>
                </a:lnTo>
                <a:lnTo>
                  <a:pt x="9514" y="1"/>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8;p2">
            <a:extLst>
              <a:ext uri="{FF2B5EF4-FFF2-40B4-BE49-F238E27FC236}">
                <a16:creationId xmlns:a16="http://schemas.microsoft.com/office/drawing/2014/main" id="{39B82EB9-DFC0-1D00-9D42-668A401A6143}"/>
              </a:ext>
            </a:extLst>
          </p:cNvPr>
          <p:cNvSpPr/>
          <p:nvPr userDrawn="1"/>
        </p:nvSpPr>
        <p:spPr>
          <a:xfrm>
            <a:off x="8846619" y="1674"/>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32;p2">
            <a:extLst>
              <a:ext uri="{FF2B5EF4-FFF2-40B4-BE49-F238E27FC236}">
                <a16:creationId xmlns:a16="http://schemas.microsoft.com/office/drawing/2014/main" id="{1F4981B9-479A-35D4-F980-DD023E99E00B}"/>
              </a:ext>
            </a:extLst>
          </p:cNvPr>
          <p:cNvSpPr/>
          <p:nvPr userDrawn="1"/>
        </p:nvSpPr>
        <p:spPr>
          <a:xfrm>
            <a:off x="590482" y="121399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33;p2">
            <a:extLst>
              <a:ext uri="{FF2B5EF4-FFF2-40B4-BE49-F238E27FC236}">
                <a16:creationId xmlns:a16="http://schemas.microsoft.com/office/drawing/2014/main" id="{5BCFF738-5FB7-2F4F-B5E8-355CFFA9885E}"/>
              </a:ext>
            </a:extLst>
          </p:cNvPr>
          <p:cNvSpPr/>
          <p:nvPr userDrawn="1"/>
        </p:nvSpPr>
        <p:spPr>
          <a:xfrm>
            <a:off x="-205" y="60407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34;p2">
            <a:extLst>
              <a:ext uri="{FF2B5EF4-FFF2-40B4-BE49-F238E27FC236}">
                <a16:creationId xmlns:a16="http://schemas.microsoft.com/office/drawing/2014/main" id="{DD5D31B2-5E33-A4DA-9843-5FCBCDB16C45}"/>
              </a:ext>
            </a:extLst>
          </p:cNvPr>
          <p:cNvSpPr/>
          <p:nvPr userDrawn="1"/>
        </p:nvSpPr>
        <p:spPr>
          <a:xfrm>
            <a:off x="590014" y="604048"/>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35;p2">
            <a:extLst>
              <a:ext uri="{FF2B5EF4-FFF2-40B4-BE49-F238E27FC236}">
                <a16:creationId xmlns:a16="http://schemas.microsoft.com/office/drawing/2014/main" id="{F7585B2B-1137-EAD1-3FA3-F5B3E8D5EE2E}"/>
              </a:ext>
            </a:extLst>
          </p:cNvPr>
          <p:cNvSpPr/>
          <p:nvPr userDrawn="1"/>
        </p:nvSpPr>
        <p:spPr>
          <a:xfrm>
            <a:off x="1179776" y="604060"/>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36;p2">
            <a:extLst>
              <a:ext uri="{FF2B5EF4-FFF2-40B4-BE49-F238E27FC236}">
                <a16:creationId xmlns:a16="http://schemas.microsoft.com/office/drawing/2014/main" id="{8D1873A8-56F7-9529-AF1C-E1C29F74ADFC}"/>
              </a:ext>
            </a:extLst>
          </p:cNvPr>
          <p:cNvSpPr/>
          <p:nvPr userDrawn="1"/>
        </p:nvSpPr>
        <p:spPr>
          <a:xfrm>
            <a:off x="1768774" y="602353"/>
            <a:ext cx="295369" cy="301148"/>
          </a:xfrm>
          <a:custGeom>
            <a:avLst/>
            <a:gdLst/>
            <a:ahLst/>
            <a:cxnLst/>
            <a:rect l="l" t="t" r="r" b="b"/>
            <a:pathLst>
              <a:path w="9515" h="10549" extrusionOk="0">
                <a:moveTo>
                  <a:pt x="0" y="1"/>
                </a:moveTo>
                <a:lnTo>
                  <a:pt x="0" y="10548"/>
                </a:lnTo>
                <a:lnTo>
                  <a:pt x="9514" y="10548"/>
                </a:lnTo>
                <a:lnTo>
                  <a:pt x="9514"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37;p2">
            <a:extLst>
              <a:ext uri="{FF2B5EF4-FFF2-40B4-BE49-F238E27FC236}">
                <a16:creationId xmlns:a16="http://schemas.microsoft.com/office/drawing/2014/main" id="{EC8D4E83-5437-0F04-F993-5F8C5F6951E1}"/>
              </a:ext>
            </a:extLst>
          </p:cNvPr>
          <p:cNvSpPr/>
          <p:nvPr userDrawn="1"/>
        </p:nvSpPr>
        <p:spPr>
          <a:xfrm>
            <a:off x="3538190" y="602362"/>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38;p2">
            <a:extLst>
              <a:ext uri="{FF2B5EF4-FFF2-40B4-BE49-F238E27FC236}">
                <a16:creationId xmlns:a16="http://schemas.microsoft.com/office/drawing/2014/main" id="{37EB1798-9C6D-53FA-9F90-61146E011FCD}"/>
              </a:ext>
            </a:extLst>
          </p:cNvPr>
          <p:cNvSpPr/>
          <p:nvPr userDrawn="1"/>
        </p:nvSpPr>
        <p:spPr>
          <a:xfrm>
            <a:off x="4127524" y="602348"/>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39;p2">
            <a:extLst>
              <a:ext uri="{FF2B5EF4-FFF2-40B4-BE49-F238E27FC236}">
                <a16:creationId xmlns:a16="http://schemas.microsoft.com/office/drawing/2014/main" id="{721237CB-3D42-1D0B-B98F-82AEDB6B74D6}"/>
              </a:ext>
            </a:extLst>
          </p:cNvPr>
          <p:cNvSpPr/>
          <p:nvPr userDrawn="1"/>
        </p:nvSpPr>
        <p:spPr>
          <a:xfrm>
            <a:off x="4716801" y="602362"/>
            <a:ext cx="295369" cy="301148"/>
          </a:xfrm>
          <a:custGeom>
            <a:avLst/>
            <a:gdLst/>
            <a:ahLst/>
            <a:cxnLst/>
            <a:rect l="l" t="t" r="r" b="b"/>
            <a:pathLst>
              <a:path w="9515" h="10549" extrusionOk="0">
                <a:moveTo>
                  <a:pt x="1" y="1"/>
                </a:moveTo>
                <a:lnTo>
                  <a:pt x="1" y="10548"/>
                </a:lnTo>
                <a:lnTo>
                  <a:pt x="9514" y="10548"/>
                </a:lnTo>
                <a:lnTo>
                  <a:pt x="9514" y="1"/>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40;p2">
            <a:extLst>
              <a:ext uri="{FF2B5EF4-FFF2-40B4-BE49-F238E27FC236}">
                <a16:creationId xmlns:a16="http://schemas.microsoft.com/office/drawing/2014/main" id="{56A5222E-3CA7-90F1-4B86-CCA12686DBF1}"/>
              </a:ext>
            </a:extLst>
          </p:cNvPr>
          <p:cNvSpPr/>
          <p:nvPr userDrawn="1"/>
        </p:nvSpPr>
        <p:spPr>
          <a:xfrm>
            <a:off x="5306994" y="602348"/>
            <a:ext cx="294438" cy="301148"/>
          </a:xfrm>
          <a:custGeom>
            <a:avLst/>
            <a:gdLst/>
            <a:ahLst/>
            <a:cxnLst/>
            <a:rect l="l" t="t" r="r" b="b"/>
            <a:pathLst>
              <a:path w="9485" h="10549" extrusionOk="0">
                <a:moveTo>
                  <a:pt x="1" y="1"/>
                </a:moveTo>
                <a:lnTo>
                  <a:pt x="1" y="10548"/>
                </a:lnTo>
                <a:lnTo>
                  <a:pt x="9484" y="10548"/>
                </a:lnTo>
                <a:lnTo>
                  <a:pt x="9484"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41;p2">
            <a:extLst>
              <a:ext uri="{FF2B5EF4-FFF2-40B4-BE49-F238E27FC236}">
                <a16:creationId xmlns:a16="http://schemas.microsoft.com/office/drawing/2014/main" id="{B4577FB3-C844-1A82-1314-FCF4EAFFB67D}"/>
              </a:ext>
            </a:extLst>
          </p:cNvPr>
          <p:cNvSpPr/>
          <p:nvPr userDrawn="1"/>
        </p:nvSpPr>
        <p:spPr>
          <a:xfrm>
            <a:off x="6485958" y="602362"/>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42;p2">
            <a:extLst>
              <a:ext uri="{FF2B5EF4-FFF2-40B4-BE49-F238E27FC236}">
                <a16:creationId xmlns:a16="http://schemas.microsoft.com/office/drawing/2014/main" id="{4705CF73-B28D-791F-8AF8-9D3112CFC4E7}"/>
              </a:ext>
            </a:extLst>
          </p:cNvPr>
          <p:cNvSpPr/>
          <p:nvPr userDrawn="1"/>
        </p:nvSpPr>
        <p:spPr>
          <a:xfrm>
            <a:off x="7075680" y="605973"/>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43;p2">
            <a:extLst>
              <a:ext uri="{FF2B5EF4-FFF2-40B4-BE49-F238E27FC236}">
                <a16:creationId xmlns:a16="http://schemas.microsoft.com/office/drawing/2014/main" id="{4AB2225D-E74B-1047-D9AD-0F6730FE6C57}"/>
              </a:ext>
            </a:extLst>
          </p:cNvPr>
          <p:cNvSpPr/>
          <p:nvPr userDrawn="1"/>
        </p:nvSpPr>
        <p:spPr>
          <a:xfrm>
            <a:off x="4127897" y="1098"/>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44;p2">
            <a:extLst>
              <a:ext uri="{FF2B5EF4-FFF2-40B4-BE49-F238E27FC236}">
                <a16:creationId xmlns:a16="http://schemas.microsoft.com/office/drawing/2014/main" id="{FE5C4FDE-9F84-7013-4329-3E08E5FA1D5D}"/>
              </a:ext>
            </a:extLst>
          </p:cNvPr>
          <p:cNvSpPr/>
          <p:nvPr userDrawn="1"/>
        </p:nvSpPr>
        <p:spPr>
          <a:xfrm>
            <a:off x="7667165" y="0"/>
            <a:ext cx="294438" cy="301119"/>
          </a:xfrm>
          <a:custGeom>
            <a:avLst/>
            <a:gdLst/>
            <a:ahLst/>
            <a:cxnLst/>
            <a:rect l="l" t="t" r="r" b="b"/>
            <a:pathLst>
              <a:path w="9485" h="10548" extrusionOk="0">
                <a:moveTo>
                  <a:pt x="1" y="0"/>
                </a:moveTo>
                <a:lnTo>
                  <a:pt x="1" y="10548"/>
                </a:lnTo>
                <a:lnTo>
                  <a:pt x="9484" y="10548"/>
                </a:lnTo>
                <a:lnTo>
                  <a:pt x="9484"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45;p2">
            <a:extLst>
              <a:ext uri="{FF2B5EF4-FFF2-40B4-BE49-F238E27FC236}">
                <a16:creationId xmlns:a16="http://schemas.microsoft.com/office/drawing/2014/main" id="{D0F50702-B225-8DD7-FD90-10AA50054A46}"/>
              </a:ext>
            </a:extLst>
          </p:cNvPr>
          <p:cNvSpPr/>
          <p:nvPr userDrawn="1"/>
        </p:nvSpPr>
        <p:spPr>
          <a:xfrm>
            <a:off x="7665392" y="602321"/>
            <a:ext cx="294438" cy="301119"/>
          </a:xfrm>
          <a:custGeom>
            <a:avLst/>
            <a:gdLst/>
            <a:ahLst/>
            <a:cxnLst/>
            <a:rect l="l" t="t" r="r" b="b"/>
            <a:pathLst>
              <a:path w="9485" h="10548" extrusionOk="0">
                <a:moveTo>
                  <a:pt x="1" y="0"/>
                </a:moveTo>
                <a:lnTo>
                  <a:pt x="1" y="10548"/>
                </a:lnTo>
                <a:lnTo>
                  <a:pt x="9484" y="10548"/>
                </a:lnTo>
                <a:lnTo>
                  <a:pt x="948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46;p2">
            <a:extLst>
              <a:ext uri="{FF2B5EF4-FFF2-40B4-BE49-F238E27FC236}">
                <a16:creationId xmlns:a16="http://schemas.microsoft.com/office/drawing/2014/main" id="{774551D7-1C49-B9B4-AEEB-D65EBF9649CB}"/>
              </a:ext>
            </a:extLst>
          </p:cNvPr>
          <p:cNvSpPr/>
          <p:nvPr userDrawn="1"/>
        </p:nvSpPr>
        <p:spPr>
          <a:xfrm>
            <a:off x="8256894" y="1256"/>
            <a:ext cx="294407" cy="301975"/>
          </a:xfrm>
          <a:custGeom>
            <a:avLst/>
            <a:gdLst/>
            <a:ahLst/>
            <a:cxnLst/>
            <a:rect l="l" t="t" r="r" b="b"/>
            <a:pathLst>
              <a:path w="9484" h="10578" extrusionOk="0">
                <a:moveTo>
                  <a:pt x="0" y="0"/>
                </a:moveTo>
                <a:lnTo>
                  <a:pt x="0" y="10578"/>
                </a:lnTo>
                <a:lnTo>
                  <a:pt x="9484" y="10578"/>
                </a:lnTo>
                <a:lnTo>
                  <a:pt x="948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47;p2">
            <a:extLst>
              <a:ext uri="{FF2B5EF4-FFF2-40B4-BE49-F238E27FC236}">
                <a16:creationId xmlns:a16="http://schemas.microsoft.com/office/drawing/2014/main" id="{950DCA13-2E04-C568-390B-ECC0E1375BE8}"/>
              </a:ext>
            </a:extLst>
          </p:cNvPr>
          <p:cNvSpPr/>
          <p:nvPr userDrawn="1"/>
        </p:nvSpPr>
        <p:spPr>
          <a:xfrm>
            <a:off x="8847574" y="60384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48;p2">
            <a:extLst>
              <a:ext uri="{FF2B5EF4-FFF2-40B4-BE49-F238E27FC236}">
                <a16:creationId xmlns:a16="http://schemas.microsoft.com/office/drawing/2014/main" id="{97F06346-710C-0EC0-BA2D-E5307F955D61}"/>
              </a:ext>
            </a:extLst>
          </p:cNvPr>
          <p:cNvSpPr/>
          <p:nvPr userDrawn="1"/>
        </p:nvSpPr>
        <p:spPr>
          <a:xfrm>
            <a:off x="8847625" y="1214231"/>
            <a:ext cx="295369" cy="301119"/>
          </a:xfrm>
          <a:custGeom>
            <a:avLst/>
            <a:gdLst/>
            <a:ahLst/>
            <a:cxnLst/>
            <a:rect l="l" t="t" r="r" b="b"/>
            <a:pathLst>
              <a:path w="9515" h="10548" extrusionOk="0">
                <a:moveTo>
                  <a:pt x="1" y="0"/>
                </a:moveTo>
                <a:lnTo>
                  <a:pt x="1" y="10548"/>
                </a:lnTo>
                <a:lnTo>
                  <a:pt x="9515" y="10548"/>
                </a:lnTo>
                <a:lnTo>
                  <a:pt x="9515"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21;p2">
            <a:extLst>
              <a:ext uri="{FF2B5EF4-FFF2-40B4-BE49-F238E27FC236}">
                <a16:creationId xmlns:a16="http://schemas.microsoft.com/office/drawing/2014/main" id="{04C9F06D-439A-4CC7-1865-2FBE902A9A75}"/>
              </a:ext>
            </a:extLst>
          </p:cNvPr>
          <p:cNvSpPr/>
          <p:nvPr userDrawn="1"/>
        </p:nvSpPr>
        <p:spPr>
          <a:xfrm>
            <a:off x="4714707" y="421763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888244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7"/>
        <p:cNvGrpSpPr/>
        <p:nvPr/>
      </p:nvGrpSpPr>
      <p:grpSpPr>
        <a:xfrm>
          <a:off x="0" y="0"/>
          <a:ext cx="0" cy="0"/>
          <a:chOff x="0" y="0"/>
          <a:chExt cx="0" cy="0"/>
        </a:xfrm>
      </p:grpSpPr>
      <p:sp>
        <p:nvSpPr>
          <p:cNvPr id="58" name="Google Shape;58;p3"/>
          <p:cNvSpPr/>
          <p:nvPr/>
        </p:nvSpPr>
        <p:spPr>
          <a:xfrm flipH="1">
            <a:off x="5899913" y="4842290"/>
            <a:ext cx="295369" cy="301119"/>
          </a:xfrm>
          <a:custGeom>
            <a:avLst/>
            <a:gdLst/>
            <a:ahLst/>
            <a:cxnLst/>
            <a:rect l="l" t="t" r="r" b="b"/>
            <a:pathLst>
              <a:path w="9515" h="10548" extrusionOk="0">
                <a:moveTo>
                  <a:pt x="1" y="0"/>
                </a:moveTo>
                <a:lnTo>
                  <a:pt x="1"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3"/>
          <p:cNvSpPr/>
          <p:nvPr/>
        </p:nvSpPr>
        <p:spPr>
          <a:xfrm flipH="1">
            <a:off x="2951306" y="4842290"/>
            <a:ext cx="295338" cy="301119"/>
          </a:xfrm>
          <a:custGeom>
            <a:avLst/>
            <a:gdLst/>
            <a:ahLst/>
            <a:cxnLst/>
            <a:rect l="l" t="t" r="r" b="b"/>
            <a:pathLst>
              <a:path w="9514" h="10548" extrusionOk="0">
                <a:moveTo>
                  <a:pt x="0" y="0"/>
                </a:moveTo>
                <a:lnTo>
                  <a:pt x="0" y="10547"/>
                </a:lnTo>
                <a:lnTo>
                  <a:pt x="9514" y="10547"/>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3"/>
          <p:cNvSpPr/>
          <p:nvPr/>
        </p:nvSpPr>
        <p:spPr>
          <a:xfrm flipH="1">
            <a:off x="591513" y="48425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p:nvPr/>
        </p:nvSpPr>
        <p:spPr>
          <a:xfrm flipH="1">
            <a:off x="8258806" y="423924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3"/>
          <p:cNvSpPr/>
          <p:nvPr/>
        </p:nvSpPr>
        <p:spPr>
          <a:xfrm flipH="1">
            <a:off x="5310198"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3"/>
          <p:cNvSpPr/>
          <p:nvPr/>
        </p:nvSpPr>
        <p:spPr>
          <a:xfrm flipH="1">
            <a:off x="4130737" y="4239249"/>
            <a:ext cx="295369" cy="301975"/>
          </a:xfrm>
          <a:custGeom>
            <a:avLst/>
            <a:gdLst/>
            <a:ahLst/>
            <a:cxnLst/>
            <a:rect l="l" t="t" r="r" b="b"/>
            <a:pathLst>
              <a:path w="9515" h="10578" extrusionOk="0">
                <a:moveTo>
                  <a:pt x="1" y="0"/>
                </a:moveTo>
                <a:lnTo>
                  <a:pt x="1" y="10578"/>
                </a:lnTo>
                <a:lnTo>
                  <a:pt x="9514" y="10578"/>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3"/>
          <p:cNvSpPr/>
          <p:nvPr/>
        </p:nvSpPr>
        <p:spPr>
          <a:xfrm flipH="1">
            <a:off x="1771844"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3"/>
          <p:cNvSpPr/>
          <p:nvPr/>
        </p:nvSpPr>
        <p:spPr>
          <a:xfrm flipH="1">
            <a:off x="8848580" y="4842282"/>
            <a:ext cx="295369" cy="301975"/>
          </a:xfrm>
          <a:custGeom>
            <a:avLst/>
            <a:gdLst/>
            <a:ahLst/>
            <a:cxnLst/>
            <a:rect l="l" t="t" r="r" b="b"/>
            <a:pathLst>
              <a:path w="9515" h="10578" extrusionOk="0">
                <a:moveTo>
                  <a:pt x="0" y="0"/>
                </a:moveTo>
                <a:lnTo>
                  <a:pt x="0" y="10578"/>
                </a:lnTo>
                <a:lnTo>
                  <a:pt x="9514" y="10578"/>
                </a:lnTo>
                <a:lnTo>
                  <a:pt x="95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3"/>
          <p:cNvSpPr/>
          <p:nvPr/>
        </p:nvSpPr>
        <p:spPr>
          <a:xfrm flipH="1">
            <a:off x="8259323" y="48422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3"/>
          <p:cNvSpPr/>
          <p:nvPr/>
        </p:nvSpPr>
        <p:spPr>
          <a:xfrm flipH="1">
            <a:off x="7669562" y="4842263"/>
            <a:ext cx="294407" cy="301119"/>
          </a:xfrm>
          <a:custGeom>
            <a:avLst/>
            <a:gdLst/>
            <a:ahLst/>
            <a:cxnLst/>
            <a:rect l="l" t="t" r="r" b="b"/>
            <a:pathLst>
              <a:path w="9484" h="10548" extrusionOk="0">
                <a:moveTo>
                  <a:pt x="0" y="0"/>
                </a:moveTo>
                <a:lnTo>
                  <a:pt x="0" y="10547"/>
                </a:lnTo>
                <a:lnTo>
                  <a:pt x="9484" y="10547"/>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3"/>
          <p:cNvSpPr/>
          <p:nvPr/>
        </p:nvSpPr>
        <p:spPr>
          <a:xfrm flipH="1">
            <a:off x="7079601" y="4840556"/>
            <a:ext cx="295369" cy="301148"/>
          </a:xfrm>
          <a:custGeom>
            <a:avLst/>
            <a:gdLst/>
            <a:ahLst/>
            <a:cxnLst/>
            <a:rect l="l" t="t" r="r" b="b"/>
            <a:pathLst>
              <a:path w="9515" h="10549" extrusionOk="0">
                <a:moveTo>
                  <a:pt x="0" y="1"/>
                </a:moveTo>
                <a:lnTo>
                  <a:pt x="0" y="10548"/>
                </a:lnTo>
                <a:lnTo>
                  <a:pt x="9514" y="10548"/>
                </a:lnTo>
                <a:lnTo>
                  <a:pt x="95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3"/>
          <p:cNvSpPr/>
          <p:nvPr/>
        </p:nvSpPr>
        <p:spPr>
          <a:xfrm flipH="1">
            <a:off x="5310185"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3"/>
          <p:cNvSpPr/>
          <p:nvPr/>
        </p:nvSpPr>
        <p:spPr>
          <a:xfrm flipH="1">
            <a:off x="4720963" y="48405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3"/>
          <p:cNvSpPr/>
          <p:nvPr/>
        </p:nvSpPr>
        <p:spPr>
          <a:xfrm flipH="1">
            <a:off x="4130723" y="4840565"/>
            <a:ext cx="295369" cy="301148"/>
          </a:xfrm>
          <a:custGeom>
            <a:avLst/>
            <a:gdLst/>
            <a:ahLst/>
            <a:cxnLst/>
            <a:rect l="l" t="t" r="r" b="b"/>
            <a:pathLst>
              <a:path w="9515" h="10549" extrusionOk="0">
                <a:moveTo>
                  <a:pt x="1" y="1"/>
                </a:moveTo>
                <a:lnTo>
                  <a:pt x="1" y="10548"/>
                </a:lnTo>
                <a:lnTo>
                  <a:pt x="9514" y="10548"/>
                </a:lnTo>
                <a:lnTo>
                  <a:pt x="951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3"/>
          <p:cNvSpPr/>
          <p:nvPr/>
        </p:nvSpPr>
        <p:spPr>
          <a:xfrm flipH="1">
            <a:off x="2361566"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3"/>
          <p:cNvSpPr/>
          <p:nvPr/>
        </p:nvSpPr>
        <p:spPr>
          <a:xfrm flipH="1">
            <a:off x="1771844" y="484417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3"/>
          <p:cNvSpPr/>
          <p:nvPr/>
        </p:nvSpPr>
        <p:spPr>
          <a:xfrm flipH="1">
            <a:off x="1183064" y="4840524"/>
            <a:ext cx="294438" cy="301119"/>
          </a:xfrm>
          <a:custGeom>
            <a:avLst/>
            <a:gdLst/>
            <a:ahLst/>
            <a:cxnLst/>
            <a:rect l="l" t="t" r="r" b="b"/>
            <a:pathLst>
              <a:path w="9485" h="10548" extrusionOk="0">
                <a:moveTo>
                  <a:pt x="1" y="0"/>
                </a:moveTo>
                <a:lnTo>
                  <a:pt x="1" y="10548"/>
                </a:lnTo>
                <a:lnTo>
                  <a:pt x="9484" y="10548"/>
                </a:lnTo>
                <a:lnTo>
                  <a:pt x="94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3"/>
          <p:cNvSpPr/>
          <p:nvPr/>
        </p:nvSpPr>
        <p:spPr>
          <a:xfrm flipH="1">
            <a:off x="-50" y="4842049"/>
            <a:ext cx="295369" cy="301148"/>
          </a:xfrm>
          <a:custGeom>
            <a:avLst/>
            <a:gdLst/>
            <a:ahLst/>
            <a:cxnLst/>
            <a:rect l="l" t="t" r="r" b="b"/>
            <a:pathLst>
              <a:path w="9515" h="10549" extrusionOk="0">
                <a:moveTo>
                  <a:pt x="1" y="1"/>
                </a:moveTo>
                <a:lnTo>
                  <a:pt x="1" y="10548"/>
                </a:lnTo>
                <a:lnTo>
                  <a:pt x="9515" y="10548"/>
                </a:lnTo>
                <a:lnTo>
                  <a:pt x="951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3"/>
          <p:cNvSpPr/>
          <p:nvPr/>
        </p:nvSpPr>
        <p:spPr>
          <a:xfrm flipH="1">
            <a:off x="592413" y="4239676"/>
            <a:ext cx="295369" cy="301119"/>
          </a:xfrm>
          <a:custGeom>
            <a:avLst/>
            <a:gdLst/>
            <a:ahLst/>
            <a:cxnLst/>
            <a:rect l="l" t="t" r="r" b="b"/>
            <a:pathLst>
              <a:path w="9515" h="10548" extrusionOk="0">
                <a:moveTo>
                  <a:pt x="0" y="0"/>
                </a:moveTo>
                <a:lnTo>
                  <a:pt x="0" y="10547"/>
                </a:lnTo>
                <a:lnTo>
                  <a:pt x="9514" y="10547"/>
                </a:lnTo>
                <a:lnTo>
                  <a:pt x="951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3"/>
          <p:cNvSpPr txBox="1">
            <a:spLocks noGrp="1"/>
          </p:cNvSpPr>
          <p:nvPr>
            <p:ph type="title"/>
          </p:nvPr>
        </p:nvSpPr>
        <p:spPr>
          <a:xfrm>
            <a:off x="1207825" y="3983254"/>
            <a:ext cx="6700500" cy="6666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3000"/>
              <a:buNone/>
              <a:defRPr/>
            </a:lvl1pPr>
            <a:lvl2pPr lvl="1" rtl="0">
              <a:spcBef>
                <a:spcPts val="0"/>
              </a:spcBef>
              <a:spcAft>
                <a:spcPts val="0"/>
              </a:spcAft>
              <a:buClr>
                <a:schemeClr val="accent1"/>
              </a:buClr>
              <a:buSzPts val="2800"/>
              <a:buNone/>
              <a:defRPr>
                <a:solidFill>
                  <a:schemeClr val="accent1"/>
                </a:solidFill>
              </a:defRPr>
            </a:lvl2pPr>
            <a:lvl3pPr lvl="2" rtl="0">
              <a:spcBef>
                <a:spcPts val="0"/>
              </a:spcBef>
              <a:spcAft>
                <a:spcPts val="0"/>
              </a:spcAft>
              <a:buClr>
                <a:schemeClr val="accent1"/>
              </a:buClr>
              <a:buSzPts val="2800"/>
              <a:buNone/>
              <a:defRPr>
                <a:solidFill>
                  <a:schemeClr val="accent1"/>
                </a:solidFill>
              </a:defRPr>
            </a:lvl3pPr>
            <a:lvl4pPr lvl="3" rtl="0">
              <a:spcBef>
                <a:spcPts val="0"/>
              </a:spcBef>
              <a:spcAft>
                <a:spcPts val="0"/>
              </a:spcAft>
              <a:buClr>
                <a:schemeClr val="accent1"/>
              </a:buClr>
              <a:buSzPts val="2800"/>
              <a:buNone/>
              <a:defRPr>
                <a:solidFill>
                  <a:schemeClr val="accent1"/>
                </a:solidFill>
              </a:defRPr>
            </a:lvl4pPr>
            <a:lvl5pPr lvl="4" rtl="0">
              <a:spcBef>
                <a:spcPts val="0"/>
              </a:spcBef>
              <a:spcAft>
                <a:spcPts val="0"/>
              </a:spcAft>
              <a:buClr>
                <a:schemeClr val="accent1"/>
              </a:buClr>
              <a:buSzPts val="2800"/>
              <a:buNone/>
              <a:defRPr>
                <a:solidFill>
                  <a:schemeClr val="accent1"/>
                </a:solidFill>
              </a:defRPr>
            </a:lvl5pPr>
            <a:lvl6pPr lvl="5" rtl="0">
              <a:spcBef>
                <a:spcPts val="0"/>
              </a:spcBef>
              <a:spcAft>
                <a:spcPts val="0"/>
              </a:spcAft>
              <a:buClr>
                <a:schemeClr val="accent1"/>
              </a:buClr>
              <a:buSzPts val="2800"/>
              <a:buNone/>
              <a:defRPr>
                <a:solidFill>
                  <a:schemeClr val="accent1"/>
                </a:solidFill>
              </a:defRPr>
            </a:lvl6pPr>
            <a:lvl7pPr lvl="6" rtl="0">
              <a:spcBef>
                <a:spcPts val="0"/>
              </a:spcBef>
              <a:spcAft>
                <a:spcPts val="0"/>
              </a:spcAft>
              <a:buClr>
                <a:schemeClr val="accent1"/>
              </a:buClr>
              <a:buSzPts val="2800"/>
              <a:buNone/>
              <a:defRPr>
                <a:solidFill>
                  <a:schemeClr val="accent1"/>
                </a:solidFill>
              </a:defRPr>
            </a:lvl7pPr>
            <a:lvl8pPr lvl="7" rtl="0">
              <a:spcBef>
                <a:spcPts val="0"/>
              </a:spcBef>
              <a:spcAft>
                <a:spcPts val="0"/>
              </a:spcAft>
              <a:buClr>
                <a:schemeClr val="accent1"/>
              </a:buClr>
              <a:buSzPts val="2800"/>
              <a:buNone/>
              <a:defRPr>
                <a:solidFill>
                  <a:schemeClr val="accent1"/>
                </a:solidFill>
              </a:defRPr>
            </a:lvl8pPr>
            <a:lvl9pPr lvl="8" rtl="0">
              <a:spcBef>
                <a:spcPts val="0"/>
              </a:spcBef>
              <a:spcAft>
                <a:spcPts val="0"/>
              </a:spcAft>
              <a:buClr>
                <a:schemeClr val="accent1"/>
              </a:buClr>
              <a:buSzPts val="2800"/>
              <a:buNone/>
              <a:defRPr>
                <a:solidFill>
                  <a:schemeClr val="accent1"/>
                </a:solidFill>
              </a:defRPr>
            </a:lvl9pPr>
          </a:lstStyle>
          <a:p>
            <a:endParaRPr/>
          </a:p>
        </p:txBody>
      </p:sp>
      <p:sp>
        <p:nvSpPr>
          <p:cNvPr id="78" name="Google Shape;78;p3"/>
          <p:cNvSpPr txBox="1">
            <a:spLocks noGrp="1"/>
          </p:cNvSpPr>
          <p:nvPr>
            <p:ph type="title" idx="2" hasCustomPrompt="1"/>
          </p:nvPr>
        </p:nvSpPr>
        <p:spPr>
          <a:xfrm>
            <a:off x="3722450" y="526575"/>
            <a:ext cx="1699200" cy="3190800"/>
          </a:xfrm>
          <a:prstGeom prst="rect">
            <a:avLst/>
          </a:prstGeom>
        </p:spPr>
        <p:txBody>
          <a:bodyPr spcFirstLastPara="1" wrap="square" lIns="91425" tIns="91425" rIns="91425" bIns="91425" anchor="b" anchorCtr="0">
            <a:noAutofit/>
          </a:bodyPr>
          <a:lstStyle>
            <a:lvl1pPr lvl="0" algn="ctr" rtl="0">
              <a:lnSpc>
                <a:spcPct val="80000"/>
              </a:lnSpc>
              <a:spcBef>
                <a:spcPts val="0"/>
              </a:spcBef>
              <a:spcAft>
                <a:spcPts val="0"/>
              </a:spcAft>
              <a:buSzPts val="4400"/>
              <a:buNone/>
              <a:defRPr sz="8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16"/>
        <p:cNvGrpSpPr/>
        <p:nvPr/>
      </p:nvGrpSpPr>
      <p:grpSpPr>
        <a:xfrm>
          <a:off x="0" y="0"/>
          <a:ext cx="0" cy="0"/>
          <a:chOff x="0" y="0"/>
          <a:chExt cx="0" cy="0"/>
        </a:xfrm>
      </p:grpSpPr>
      <p:sp>
        <p:nvSpPr>
          <p:cNvPr id="223" name="Google Shape;223;p9"/>
          <p:cNvSpPr/>
          <p:nvPr/>
        </p:nvSpPr>
        <p:spPr>
          <a:xfrm>
            <a:off x="587" y="3629344"/>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8F4D57">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9"/>
          <p:cNvSpPr/>
          <p:nvPr/>
        </p:nvSpPr>
        <p:spPr>
          <a:xfrm>
            <a:off x="700" y="423236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52333F">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9"/>
          <p:cNvSpPr/>
          <p:nvPr/>
        </p:nvSpPr>
        <p:spPr>
          <a:xfrm>
            <a:off x="590919" y="4232339"/>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9"/>
          <p:cNvSpPr/>
          <p:nvPr/>
        </p:nvSpPr>
        <p:spPr>
          <a:xfrm>
            <a:off x="700" y="4835394"/>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52333F">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9"/>
          <p:cNvSpPr/>
          <p:nvPr/>
        </p:nvSpPr>
        <p:spPr>
          <a:xfrm>
            <a:off x="590919" y="4835364"/>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9"/>
          <p:cNvSpPr/>
          <p:nvPr/>
        </p:nvSpPr>
        <p:spPr>
          <a:xfrm>
            <a:off x="1180681" y="4835376"/>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52333F">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9"/>
          <p:cNvSpPr/>
          <p:nvPr/>
        </p:nvSpPr>
        <p:spPr>
          <a:xfrm>
            <a:off x="8848893" y="3629326"/>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8F4D57">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9"/>
          <p:cNvSpPr/>
          <p:nvPr/>
        </p:nvSpPr>
        <p:spPr>
          <a:xfrm>
            <a:off x="8259244" y="4232339"/>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9"/>
          <p:cNvSpPr/>
          <p:nvPr/>
        </p:nvSpPr>
        <p:spPr>
          <a:xfrm>
            <a:off x="8849581" y="4232351"/>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8F4D57">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9"/>
          <p:cNvSpPr/>
          <p:nvPr/>
        </p:nvSpPr>
        <p:spPr>
          <a:xfrm>
            <a:off x="7669025" y="4835394"/>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52333F">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9"/>
          <p:cNvSpPr/>
          <p:nvPr/>
        </p:nvSpPr>
        <p:spPr>
          <a:xfrm>
            <a:off x="8259244" y="4835364"/>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9"/>
          <p:cNvSpPr/>
          <p:nvPr/>
        </p:nvSpPr>
        <p:spPr>
          <a:xfrm>
            <a:off x="8849006" y="4835376"/>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52333F">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9"/>
          <p:cNvSpPr txBox="1">
            <a:spLocks noGrp="1"/>
          </p:cNvSpPr>
          <p:nvPr>
            <p:ph type="title"/>
          </p:nvPr>
        </p:nvSpPr>
        <p:spPr>
          <a:xfrm>
            <a:off x="1813050" y="1872881"/>
            <a:ext cx="5517900" cy="698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35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dirty="0"/>
          </a:p>
        </p:txBody>
      </p:sp>
      <p:sp>
        <p:nvSpPr>
          <p:cNvPr id="248" name="Google Shape;248;p9"/>
          <p:cNvSpPr txBox="1">
            <a:spLocks noGrp="1"/>
          </p:cNvSpPr>
          <p:nvPr>
            <p:ph type="subTitle" idx="1"/>
          </p:nvPr>
        </p:nvSpPr>
        <p:spPr>
          <a:xfrm>
            <a:off x="2155200" y="2601819"/>
            <a:ext cx="4833600" cy="1113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8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39"/>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ly Title 2">
  <p:cSld name="ONE_COLUMN_TEXT_1_1_1_1_1">
    <p:spTree>
      <p:nvGrpSpPr>
        <p:cNvPr id="1" name="Shape 553"/>
        <p:cNvGrpSpPr/>
        <p:nvPr/>
      </p:nvGrpSpPr>
      <p:grpSpPr>
        <a:xfrm>
          <a:off x="0" y="0"/>
          <a:ext cx="0" cy="0"/>
          <a:chOff x="0" y="0"/>
          <a:chExt cx="0" cy="0"/>
        </a:xfrm>
      </p:grpSpPr>
      <p:sp>
        <p:nvSpPr>
          <p:cNvPr id="554" name="Google Shape;554;p21"/>
          <p:cNvSpPr/>
          <p:nvPr/>
        </p:nvSpPr>
        <p:spPr>
          <a:xfrm flipH="1">
            <a:off x="6489629" y="4842290"/>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21"/>
          <p:cNvSpPr/>
          <p:nvPr/>
        </p:nvSpPr>
        <p:spPr>
          <a:xfrm flipH="1">
            <a:off x="2951306" y="4842290"/>
            <a:ext cx="295338" cy="301119"/>
          </a:xfrm>
          <a:custGeom>
            <a:avLst/>
            <a:gdLst/>
            <a:ahLst/>
            <a:cxnLst/>
            <a:rect l="l" t="t" r="r" b="b"/>
            <a:pathLst>
              <a:path w="9514" h="10548" extrusionOk="0">
                <a:moveTo>
                  <a:pt x="0" y="0"/>
                </a:moveTo>
                <a:lnTo>
                  <a:pt x="0" y="10547"/>
                </a:lnTo>
                <a:lnTo>
                  <a:pt x="9514" y="10547"/>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21"/>
          <p:cNvSpPr/>
          <p:nvPr/>
        </p:nvSpPr>
        <p:spPr>
          <a:xfrm flipH="1">
            <a:off x="591513" y="48425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21"/>
          <p:cNvSpPr/>
          <p:nvPr/>
        </p:nvSpPr>
        <p:spPr>
          <a:xfrm flipH="1">
            <a:off x="8258806" y="423924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21"/>
          <p:cNvSpPr/>
          <p:nvPr/>
        </p:nvSpPr>
        <p:spPr>
          <a:xfrm flipH="1">
            <a:off x="4130737" y="4239249"/>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21"/>
          <p:cNvSpPr/>
          <p:nvPr/>
        </p:nvSpPr>
        <p:spPr>
          <a:xfrm flipH="1">
            <a:off x="2951306" y="4239249"/>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21"/>
          <p:cNvSpPr/>
          <p:nvPr/>
        </p:nvSpPr>
        <p:spPr>
          <a:xfrm flipH="1">
            <a:off x="8848580" y="4842282"/>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21"/>
          <p:cNvSpPr/>
          <p:nvPr/>
        </p:nvSpPr>
        <p:spPr>
          <a:xfrm flipH="1">
            <a:off x="8259323" y="48422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21"/>
          <p:cNvSpPr/>
          <p:nvPr/>
        </p:nvSpPr>
        <p:spPr>
          <a:xfrm flipH="1">
            <a:off x="7669562" y="4842263"/>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21"/>
          <p:cNvSpPr/>
          <p:nvPr/>
        </p:nvSpPr>
        <p:spPr>
          <a:xfrm flipH="1">
            <a:off x="7079601" y="4840556"/>
            <a:ext cx="295369" cy="301148"/>
          </a:xfrm>
          <a:custGeom>
            <a:avLst/>
            <a:gdLst/>
            <a:ahLst/>
            <a:cxnLst/>
            <a:rect l="l" t="t" r="r" b="b"/>
            <a:pathLst>
              <a:path w="9515" h="10549" extrusionOk="0">
                <a:moveTo>
                  <a:pt x="0" y="1"/>
                </a:moveTo>
                <a:lnTo>
                  <a:pt x="0" y="10548"/>
                </a:lnTo>
                <a:lnTo>
                  <a:pt x="9514" y="10548"/>
                </a:lnTo>
                <a:lnTo>
                  <a:pt x="9514"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21"/>
          <p:cNvSpPr/>
          <p:nvPr/>
        </p:nvSpPr>
        <p:spPr>
          <a:xfrm flipH="1">
            <a:off x="5310185"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21"/>
          <p:cNvSpPr/>
          <p:nvPr/>
        </p:nvSpPr>
        <p:spPr>
          <a:xfrm flipH="1">
            <a:off x="4720963" y="48405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21"/>
          <p:cNvSpPr/>
          <p:nvPr/>
        </p:nvSpPr>
        <p:spPr>
          <a:xfrm flipH="1">
            <a:off x="4130723" y="4840565"/>
            <a:ext cx="295369" cy="301148"/>
          </a:xfrm>
          <a:custGeom>
            <a:avLst/>
            <a:gdLst/>
            <a:ahLst/>
            <a:cxnLst/>
            <a:rect l="l" t="t" r="r" b="b"/>
            <a:pathLst>
              <a:path w="9515" h="10549" extrusionOk="0">
                <a:moveTo>
                  <a:pt x="1" y="1"/>
                </a:moveTo>
                <a:lnTo>
                  <a:pt x="1" y="10548"/>
                </a:lnTo>
                <a:lnTo>
                  <a:pt x="9514" y="10548"/>
                </a:lnTo>
                <a:lnTo>
                  <a:pt x="951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21"/>
          <p:cNvSpPr/>
          <p:nvPr/>
        </p:nvSpPr>
        <p:spPr>
          <a:xfrm flipH="1">
            <a:off x="3541462" y="4840551"/>
            <a:ext cx="294438" cy="301148"/>
          </a:xfrm>
          <a:custGeom>
            <a:avLst/>
            <a:gdLst/>
            <a:ahLst/>
            <a:cxnLst/>
            <a:rect l="l" t="t" r="r" b="b"/>
            <a:pathLst>
              <a:path w="9485" h="10549" extrusionOk="0">
                <a:moveTo>
                  <a:pt x="1" y="1"/>
                </a:moveTo>
                <a:lnTo>
                  <a:pt x="1" y="10548"/>
                </a:lnTo>
                <a:lnTo>
                  <a:pt x="9484" y="10548"/>
                </a:lnTo>
                <a:lnTo>
                  <a:pt x="9484"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21"/>
          <p:cNvSpPr/>
          <p:nvPr/>
        </p:nvSpPr>
        <p:spPr>
          <a:xfrm flipH="1">
            <a:off x="2361566"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21"/>
          <p:cNvSpPr/>
          <p:nvPr/>
        </p:nvSpPr>
        <p:spPr>
          <a:xfrm flipH="1">
            <a:off x="1771844" y="484417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21"/>
          <p:cNvSpPr/>
          <p:nvPr/>
        </p:nvSpPr>
        <p:spPr>
          <a:xfrm flipH="1">
            <a:off x="-50" y="4842049"/>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21"/>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dk1"/>
              </a:buClr>
              <a:buSzPts val="3000"/>
              <a:buNone/>
              <a:defRPr sz="2000">
                <a:solidFill>
                  <a:schemeClr val="dk1"/>
                </a:solidFill>
              </a:defRPr>
            </a:lvl1pPr>
            <a:lvl2pPr lvl="1" rtl="0">
              <a:spcBef>
                <a:spcPts val="0"/>
              </a:spcBef>
              <a:spcAft>
                <a:spcPts val="0"/>
              </a:spcAft>
              <a:buClr>
                <a:schemeClr val="dk1"/>
              </a:buClr>
              <a:buSzPts val="2800"/>
              <a:buNone/>
              <a:defRPr>
                <a:solidFill>
                  <a:schemeClr val="dk1"/>
                </a:solidFill>
              </a:defRPr>
            </a:lvl2pPr>
            <a:lvl3pPr lvl="2" rtl="0">
              <a:spcBef>
                <a:spcPts val="0"/>
              </a:spcBef>
              <a:spcAft>
                <a:spcPts val="0"/>
              </a:spcAft>
              <a:buClr>
                <a:schemeClr val="dk1"/>
              </a:buClr>
              <a:buSzPts val="2800"/>
              <a:buNone/>
              <a:defRPr>
                <a:solidFill>
                  <a:schemeClr val="dk1"/>
                </a:solidFill>
              </a:defRPr>
            </a:lvl3pPr>
            <a:lvl4pPr lvl="3" rtl="0">
              <a:spcBef>
                <a:spcPts val="0"/>
              </a:spcBef>
              <a:spcAft>
                <a:spcPts val="0"/>
              </a:spcAft>
              <a:buClr>
                <a:schemeClr val="dk1"/>
              </a:buClr>
              <a:buSzPts val="2800"/>
              <a:buNone/>
              <a:defRPr>
                <a:solidFill>
                  <a:schemeClr val="dk1"/>
                </a:solidFill>
              </a:defRPr>
            </a:lvl4pPr>
            <a:lvl5pPr lvl="4" rtl="0">
              <a:spcBef>
                <a:spcPts val="0"/>
              </a:spcBef>
              <a:spcAft>
                <a:spcPts val="0"/>
              </a:spcAft>
              <a:buClr>
                <a:schemeClr val="dk1"/>
              </a:buClr>
              <a:buSzPts val="2800"/>
              <a:buNone/>
              <a:defRPr>
                <a:solidFill>
                  <a:schemeClr val="dk1"/>
                </a:solidFill>
              </a:defRPr>
            </a:lvl5pPr>
            <a:lvl6pPr lvl="5" rtl="0">
              <a:spcBef>
                <a:spcPts val="0"/>
              </a:spcBef>
              <a:spcAft>
                <a:spcPts val="0"/>
              </a:spcAft>
              <a:buClr>
                <a:schemeClr val="dk1"/>
              </a:buClr>
              <a:buSzPts val="2800"/>
              <a:buNone/>
              <a:defRPr>
                <a:solidFill>
                  <a:schemeClr val="dk1"/>
                </a:solidFill>
              </a:defRPr>
            </a:lvl6pPr>
            <a:lvl7pPr lvl="6" rtl="0">
              <a:spcBef>
                <a:spcPts val="0"/>
              </a:spcBef>
              <a:spcAft>
                <a:spcPts val="0"/>
              </a:spcAft>
              <a:buClr>
                <a:schemeClr val="dk1"/>
              </a:buClr>
              <a:buSzPts val="2800"/>
              <a:buNone/>
              <a:defRPr>
                <a:solidFill>
                  <a:schemeClr val="dk1"/>
                </a:solidFill>
              </a:defRPr>
            </a:lvl7pPr>
            <a:lvl8pPr lvl="7" rtl="0">
              <a:spcBef>
                <a:spcPts val="0"/>
              </a:spcBef>
              <a:spcAft>
                <a:spcPts val="0"/>
              </a:spcAft>
              <a:buClr>
                <a:schemeClr val="dk1"/>
              </a:buClr>
              <a:buSzPts val="2800"/>
              <a:buNone/>
              <a:defRPr>
                <a:solidFill>
                  <a:schemeClr val="dk1"/>
                </a:solidFill>
              </a:defRPr>
            </a:lvl8pPr>
            <a:lvl9pPr lvl="8" rtl="0">
              <a:spcBef>
                <a:spcPts val="0"/>
              </a:spcBef>
              <a:spcAft>
                <a:spcPts val="0"/>
              </a:spcAft>
              <a:buClr>
                <a:schemeClr val="dk1"/>
              </a:buClr>
              <a:buSzPts val="2800"/>
              <a:buNone/>
              <a:defRPr>
                <a:solidFill>
                  <a:schemeClr val="dk1"/>
                </a:solidFill>
              </a:defRPr>
            </a:lvl9pPr>
          </a:lstStyle>
          <a:p>
            <a:endParaRPr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Only Title 2" preserve="1">
  <p:cSld name="Top Ornaments">
    <p:spTree>
      <p:nvGrpSpPr>
        <p:cNvPr id="1" name="Shape 553"/>
        <p:cNvGrpSpPr/>
        <p:nvPr/>
      </p:nvGrpSpPr>
      <p:grpSpPr>
        <a:xfrm>
          <a:off x="0" y="0"/>
          <a:ext cx="0" cy="0"/>
          <a:chOff x="0" y="0"/>
          <a:chExt cx="0" cy="0"/>
        </a:xfrm>
      </p:grpSpPr>
      <p:sp>
        <p:nvSpPr>
          <p:cNvPr id="555" name="Google Shape;555;p21"/>
          <p:cNvSpPr/>
          <p:nvPr/>
        </p:nvSpPr>
        <p:spPr>
          <a:xfrm flipH="1">
            <a:off x="0" y="498607"/>
            <a:ext cx="295338" cy="301119"/>
          </a:xfrm>
          <a:custGeom>
            <a:avLst/>
            <a:gdLst/>
            <a:ahLst/>
            <a:cxnLst/>
            <a:rect l="l" t="t" r="r" b="b"/>
            <a:pathLst>
              <a:path w="9514" h="10548" extrusionOk="0">
                <a:moveTo>
                  <a:pt x="0" y="0"/>
                </a:moveTo>
                <a:lnTo>
                  <a:pt x="0" y="10547"/>
                </a:lnTo>
                <a:lnTo>
                  <a:pt x="9514" y="10547"/>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21"/>
          <p:cNvSpPr/>
          <p:nvPr/>
        </p:nvSpPr>
        <p:spPr>
          <a:xfrm flipH="1">
            <a:off x="565497" y="0"/>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21"/>
          <p:cNvSpPr/>
          <p:nvPr/>
        </p:nvSpPr>
        <p:spPr>
          <a:xfrm flipH="1">
            <a:off x="8843887" y="-1"/>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21"/>
          <p:cNvSpPr/>
          <p:nvPr/>
        </p:nvSpPr>
        <p:spPr>
          <a:xfrm flipH="1">
            <a:off x="565015" y="497751"/>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21"/>
          <p:cNvSpPr/>
          <p:nvPr/>
        </p:nvSpPr>
        <p:spPr>
          <a:xfrm flipH="1">
            <a:off x="0" y="0"/>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21"/>
          <p:cNvSpPr/>
          <p:nvPr/>
        </p:nvSpPr>
        <p:spPr>
          <a:xfrm flipH="1">
            <a:off x="7713793" y="-856"/>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21"/>
          <p:cNvSpPr/>
          <p:nvPr/>
        </p:nvSpPr>
        <p:spPr>
          <a:xfrm flipH="1">
            <a:off x="1131025" y="0"/>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21"/>
          <p:cNvSpPr/>
          <p:nvPr/>
        </p:nvSpPr>
        <p:spPr>
          <a:xfrm flipH="1">
            <a:off x="8279321" y="0"/>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21"/>
          <p:cNvSpPr/>
          <p:nvPr/>
        </p:nvSpPr>
        <p:spPr>
          <a:xfrm flipH="1">
            <a:off x="8278841" y="53989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21"/>
          <p:cNvSpPr/>
          <p:nvPr/>
        </p:nvSpPr>
        <p:spPr>
          <a:xfrm flipH="1">
            <a:off x="8843887" y="498578"/>
            <a:ext cx="295369" cy="301148"/>
          </a:xfrm>
          <a:custGeom>
            <a:avLst/>
            <a:gdLst/>
            <a:ahLst/>
            <a:cxnLst/>
            <a:rect l="l" t="t" r="r" b="b"/>
            <a:pathLst>
              <a:path w="9515" h="10549" extrusionOk="0">
                <a:moveTo>
                  <a:pt x="1" y="1"/>
                </a:moveTo>
                <a:lnTo>
                  <a:pt x="1" y="10548"/>
                </a:lnTo>
                <a:lnTo>
                  <a:pt x="9514" y="10548"/>
                </a:lnTo>
                <a:lnTo>
                  <a:pt x="951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21"/>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dk1"/>
              </a:buClr>
              <a:buSzPts val="3000"/>
              <a:buNone/>
              <a:defRPr sz="2000">
                <a:solidFill>
                  <a:schemeClr val="dk1"/>
                </a:solidFill>
              </a:defRPr>
            </a:lvl1pPr>
            <a:lvl2pPr lvl="1" rtl="0">
              <a:spcBef>
                <a:spcPts val="0"/>
              </a:spcBef>
              <a:spcAft>
                <a:spcPts val="0"/>
              </a:spcAft>
              <a:buClr>
                <a:schemeClr val="dk1"/>
              </a:buClr>
              <a:buSzPts val="2800"/>
              <a:buNone/>
              <a:defRPr>
                <a:solidFill>
                  <a:schemeClr val="dk1"/>
                </a:solidFill>
              </a:defRPr>
            </a:lvl2pPr>
            <a:lvl3pPr lvl="2" rtl="0">
              <a:spcBef>
                <a:spcPts val="0"/>
              </a:spcBef>
              <a:spcAft>
                <a:spcPts val="0"/>
              </a:spcAft>
              <a:buClr>
                <a:schemeClr val="dk1"/>
              </a:buClr>
              <a:buSzPts val="2800"/>
              <a:buNone/>
              <a:defRPr>
                <a:solidFill>
                  <a:schemeClr val="dk1"/>
                </a:solidFill>
              </a:defRPr>
            </a:lvl3pPr>
            <a:lvl4pPr lvl="3" rtl="0">
              <a:spcBef>
                <a:spcPts val="0"/>
              </a:spcBef>
              <a:spcAft>
                <a:spcPts val="0"/>
              </a:spcAft>
              <a:buClr>
                <a:schemeClr val="dk1"/>
              </a:buClr>
              <a:buSzPts val="2800"/>
              <a:buNone/>
              <a:defRPr>
                <a:solidFill>
                  <a:schemeClr val="dk1"/>
                </a:solidFill>
              </a:defRPr>
            </a:lvl4pPr>
            <a:lvl5pPr lvl="4" rtl="0">
              <a:spcBef>
                <a:spcPts val="0"/>
              </a:spcBef>
              <a:spcAft>
                <a:spcPts val="0"/>
              </a:spcAft>
              <a:buClr>
                <a:schemeClr val="dk1"/>
              </a:buClr>
              <a:buSzPts val="2800"/>
              <a:buNone/>
              <a:defRPr>
                <a:solidFill>
                  <a:schemeClr val="dk1"/>
                </a:solidFill>
              </a:defRPr>
            </a:lvl5pPr>
            <a:lvl6pPr lvl="5" rtl="0">
              <a:spcBef>
                <a:spcPts val="0"/>
              </a:spcBef>
              <a:spcAft>
                <a:spcPts val="0"/>
              </a:spcAft>
              <a:buClr>
                <a:schemeClr val="dk1"/>
              </a:buClr>
              <a:buSzPts val="2800"/>
              <a:buNone/>
              <a:defRPr>
                <a:solidFill>
                  <a:schemeClr val="dk1"/>
                </a:solidFill>
              </a:defRPr>
            </a:lvl6pPr>
            <a:lvl7pPr lvl="6" rtl="0">
              <a:spcBef>
                <a:spcPts val="0"/>
              </a:spcBef>
              <a:spcAft>
                <a:spcPts val="0"/>
              </a:spcAft>
              <a:buClr>
                <a:schemeClr val="dk1"/>
              </a:buClr>
              <a:buSzPts val="2800"/>
              <a:buNone/>
              <a:defRPr>
                <a:solidFill>
                  <a:schemeClr val="dk1"/>
                </a:solidFill>
              </a:defRPr>
            </a:lvl7pPr>
            <a:lvl8pPr lvl="7" rtl="0">
              <a:spcBef>
                <a:spcPts val="0"/>
              </a:spcBef>
              <a:spcAft>
                <a:spcPts val="0"/>
              </a:spcAft>
              <a:buClr>
                <a:schemeClr val="dk1"/>
              </a:buClr>
              <a:buSzPts val="2800"/>
              <a:buNone/>
              <a:defRPr>
                <a:solidFill>
                  <a:schemeClr val="dk1"/>
                </a:solidFill>
              </a:defRPr>
            </a:lvl8pPr>
            <a:lvl9pPr lvl="8" rtl="0">
              <a:spcBef>
                <a:spcPts val="0"/>
              </a:spcBef>
              <a:spcAft>
                <a:spcPts val="0"/>
              </a:spcAft>
              <a:buClr>
                <a:schemeClr val="dk1"/>
              </a:buClr>
              <a:buSzPts val="2800"/>
              <a:buNone/>
              <a:defRPr>
                <a:solidFill>
                  <a:schemeClr val="dk1"/>
                </a:solidFill>
              </a:defRPr>
            </a:lvl9pPr>
          </a:lstStyle>
          <a:p>
            <a:endParaRPr dirty="0"/>
          </a:p>
        </p:txBody>
      </p:sp>
    </p:spTree>
    <p:extLst>
      <p:ext uri="{BB962C8B-B14F-4D97-AF65-F5344CB8AC3E}">
        <p14:creationId xmlns:p14="http://schemas.microsoft.com/office/powerpoint/2010/main" val="37926585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Only Title 2" preserve="1">
  <p:cSld name="Top and Bottom ornaments">
    <p:spTree>
      <p:nvGrpSpPr>
        <p:cNvPr id="1" name="Shape 553"/>
        <p:cNvGrpSpPr/>
        <p:nvPr/>
      </p:nvGrpSpPr>
      <p:grpSpPr>
        <a:xfrm>
          <a:off x="0" y="0"/>
          <a:ext cx="0" cy="0"/>
          <a:chOff x="0" y="0"/>
          <a:chExt cx="0" cy="0"/>
        </a:xfrm>
      </p:grpSpPr>
      <p:sp>
        <p:nvSpPr>
          <p:cNvPr id="555" name="Google Shape;555;p21"/>
          <p:cNvSpPr/>
          <p:nvPr/>
        </p:nvSpPr>
        <p:spPr>
          <a:xfrm flipH="1">
            <a:off x="0" y="498607"/>
            <a:ext cx="295338" cy="301119"/>
          </a:xfrm>
          <a:custGeom>
            <a:avLst/>
            <a:gdLst/>
            <a:ahLst/>
            <a:cxnLst/>
            <a:rect l="l" t="t" r="r" b="b"/>
            <a:pathLst>
              <a:path w="9514" h="10548" extrusionOk="0">
                <a:moveTo>
                  <a:pt x="0" y="0"/>
                </a:moveTo>
                <a:lnTo>
                  <a:pt x="0" y="10547"/>
                </a:lnTo>
                <a:lnTo>
                  <a:pt x="9514" y="10547"/>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21"/>
          <p:cNvSpPr/>
          <p:nvPr/>
        </p:nvSpPr>
        <p:spPr>
          <a:xfrm flipH="1">
            <a:off x="565497" y="0"/>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21"/>
          <p:cNvSpPr/>
          <p:nvPr/>
        </p:nvSpPr>
        <p:spPr>
          <a:xfrm flipH="1">
            <a:off x="8843887" y="-1"/>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21"/>
          <p:cNvSpPr/>
          <p:nvPr/>
        </p:nvSpPr>
        <p:spPr>
          <a:xfrm flipH="1">
            <a:off x="565015" y="497751"/>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21"/>
          <p:cNvSpPr/>
          <p:nvPr/>
        </p:nvSpPr>
        <p:spPr>
          <a:xfrm flipH="1">
            <a:off x="0" y="0"/>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21"/>
          <p:cNvSpPr/>
          <p:nvPr/>
        </p:nvSpPr>
        <p:spPr>
          <a:xfrm flipH="1">
            <a:off x="7713793" y="-856"/>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21"/>
          <p:cNvSpPr/>
          <p:nvPr/>
        </p:nvSpPr>
        <p:spPr>
          <a:xfrm flipH="1">
            <a:off x="1131025" y="0"/>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21"/>
          <p:cNvSpPr/>
          <p:nvPr/>
        </p:nvSpPr>
        <p:spPr>
          <a:xfrm flipH="1">
            <a:off x="8279321" y="0"/>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21"/>
          <p:cNvSpPr/>
          <p:nvPr/>
        </p:nvSpPr>
        <p:spPr>
          <a:xfrm flipH="1">
            <a:off x="8278841" y="53989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21"/>
          <p:cNvSpPr/>
          <p:nvPr/>
        </p:nvSpPr>
        <p:spPr>
          <a:xfrm flipH="1">
            <a:off x="8843887" y="498578"/>
            <a:ext cx="295369" cy="301148"/>
          </a:xfrm>
          <a:custGeom>
            <a:avLst/>
            <a:gdLst/>
            <a:ahLst/>
            <a:cxnLst/>
            <a:rect l="l" t="t" r="r" b="b"/>
            <a:pathLst>
              <a:path w="9515" h="10549" extrusionOk="0">
                <a:moveTo>
                  <a:pt x="1" y="1"/>
                </a:moveTo>
                <a:lnTo>
                  <a:pt x="1" y="10548"/>
                </a:lnTo>
                <a:lnTo>
                  <a:pt x="9514" y="10548"/>
                </a:lnTo>
                <a:lnTo>
                  <a:pt x="951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21"/>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dk1"/>
              </a:buClr>
              <a:buSzPts val="3000"/>
              <a:buNone/>
              <a:defRPr sz="2000">
                <a:solidFill>
                  <a:schemeClr val="dk1"/>
                </a:solidFill>
              </a:defRPr>
            </a:lvl1pPr>
            <a:lvl2pPr lvl="1" rtl="0">
              <a:spcBef>
                <a:spcPts val="0"/>
              </a:spcBef>
              <a:spcAft>
                <a:spcPts val="0"/>
              </a:spcAft>
              <a:buClr>
                <a:schemeClr val="dk1"/>
              </a:buClr>
              <a:buSzPts val="2800"/>
              <a:buNone/>
              <a:defRPr>
                <a:solidFill>
                  <a:schemeClr val="dk1"/>
                </a:solidFill>
              </a:defRPr>
            </a:lvl2pPr>
            <a:lvl3pPr lvl="2" rtl="0">
              <a:spcBef>
                <a:spcPts val="0"/>
              </a:spcBef>
              <a:spcAft>
                <a:spcPts val="0"/>
              </a:spcAft>
              <a:buClr>
                <a:schemeClr val="dk1"/>
              </a:buClr>
              <a:buSzPts val="2800"/>
              <a:buNone/>
              <a:defRPr>
                <a:solidFill>
                  <a:schemeClr val="dk1"/>
                </a:solidFill>
              </a:defRPr>
            </a:lvl3pPr>
            <a:lvl4pPr lvl="3" rtl="0">
              <a:spcBef>
                <a:spcPts val="0"/>
              </a:spcBef>
              <a:spcAft>
                <a:spcPts val="0"/>
              </a:spcAft>
              <a:buClr>
                <a:schemeClr val="dk1"/>
              </a:buClr>
              <a:buSzPts val="2800"/>
              <a:buNone/>
              <a:defRPr>
                <a:solidFill>
                  <a:schemeClr val="dk1"/>
                </a:solidFill>
              </a:defRPr>
            </a:lvl4pPr>
            <a:lvl5pPr lvl="4" rtl="0">
              <a:spcBef>
                <a:spcPts val="0"/>
              </a:spcBef>
              <a:spcAft>
                <a:spcPts val="0"/>
              </a:spcAft>
              <a:buClr>
                <a:schemeClr val="dk1"/>
              </a:buClr>
              <a:buSzPts val="2800"/>
              <a:buNone/>
              <a:defRPr>
                <a:solidFill>
                  <a:schemeClr val="dk1"/>
                </a:solidFill>
              </a:defRPr>
            </a:lvl5pPr>
            <a:lvl6pPr lvl="5" rtl="0">
              <a:spcBef>
                <a:spcPts val="0"/>
              </a:spcBef>
              <a:spcAft>
                <a:spcPts val="0"/>
              </a:spcAft>
              <a:buClr>
                <a:schemeClr val="dk1"/>
              </a:buClr>
              <a:buSzPts val="2800"/>
              <a:buNone/>
              <a:defRPr>
                <a:solidFill>
                  <a:schemeClr val="dk1"/>
                </a:solidFill>
              </a:defRPr>
            </a:lvl6pPr>
            <a:lvl7pPr lvl="6" rtl="0">
              <a:spcBef>
                <a:spcPts val="0"/>
              </a:spcBef>
              <a:spcAft>
                <a:spcPts val="0"/>
              </a:spcAft>
              <a:buClr>
                <a:schemeClr val="dk1"/>
              </a:buClr>
              <a:buSzPts val="2800"/>
              <a:buNone/>
              <a:defRPr>
                <a:solidFill>
                  <a:schemeClr val="dk1"/>
                </a:solidFill>
              </a:defRPr>
            </a:lvl7pPr>
            <a:lvl8pPr lvl="7" rtl="0">
              <a:spcBef>
                <a:spcPts val="0"/>
              </a:spcBef>
              <a:spcAft>
                <a:spcPts val="0"/>
              </a:spcAft>
              <a:buClr>
                <a:schemeClr val="dk1"/>
              </a:buClr>
              <a:buSzPts val="2800"/>
              <a:buNone/>
              <a:defRPr>
                <a:solidFill>
                  <a:schemeClr val="dk1"/>
                </a:solidFill>
              </a:defRPr>
            </a:lvl8pPr>
            <a:lvl9pPr lvl="8" rtl="0">
              <a:spcBef>
                <a:spcPts val="0"/>
              </a:spcBef>
              <a:spcAft>
                <a:spcPts val="0"/>
              </a:spcAft>
              <a:buClr>
                <a:schemeClr val="dk1"/>
              </a:buClr>
              <a:buSzPts val="2800"/>
              <a:buNone/>
              <a:defRPr>
                <a:solidFill>
                  <a:schemeClr val="dk1"/>
                </a:solidFill>
              </a:defRPr>
            </a:lvl9pPr>
          </a:lstStyle>
          <a:p>
            <a:endParaRPr dirty="0"/>
          </a:p>
        </p:txBody>
      </p:sp>
      <p:sp>
        <p:nvSpPr>
          <p:cNvPr id="2" name="Google Shape;556;p21">
            <a:extLst>
              <a:ext uri="{FF2B5EF4-FFF2-40B4-BE49-F238E27FC236}">
                <a16:creationId xmlns:a16="http://schemas.microsoft.com/office/drawing/2014/main" id="{9B8C0A79-5021-E113-CC9B-869724F3B862}"/>
              </a:ext>
            </a:extLst>
          </p:cNvPr>
          <p:cNvSpPr/>
          <p:nvPr userDrawn="1"/>
        </p:nvSpPr>
        <p:spPr>
          <a:xfrm flipH="1">
            <a:off x="591513" y="48425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560;p21">
            <a:extLst>
              <a:ext uri="{FF2B5EF4-FFF2-40B4-BE49-F238E27FC236}">
                <a16:creationId xmlns:a16="http://schemas.microsoft.com/office/drawing/2014/main" id="{5179C120-AEEB-B912-07D6-29CB3B25BC8E}"/>
              </a:ext>
            </a:extLst>
          </p:cNvPr>
          <p:cNvSpPr/>
          <p:nvPr userDrawn="1"/>
        </p:nvSpPr>
        <p:spPr>
          <a:xfrm flipH="1">
            <a:off x="8848580" y="4842282"/>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561;p21">
            <a:extLst>
              <a:ext uri="{FF2B5EF4-FFF2-40B4-BE49-F238E27FC236}">
                <a16:creationId xmlns:a16="http://schemas.microsoft.com/office/drawing/2014/main" id="{EBBE5F28-03D4-F0CE-8D41-5FC6939B5FC2}"/>
              </a:ext>
            </a:extLst>
          </p:cNvPr>
          <p:cNvSpPr/>
          <p:nvPr userDrawn="1"/>
        </p:nvSpPr>
        <p:spPr>
          <a:xfrm flipH="1">
            <a:off x="8259323" y="48422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562;p21">
            <a:extLst>
              <a:ext uri="{FF2B5EF4-FFF2-40B4-BE49-F238E27FC236}">
                <a16:creationId xmlns:a16="http://schemas.microsoft.com/office/drawing/2014/main" id="{EAC1E710-B1DB-284A-C287-D8D825AEAFD9}"/>
              </a:ext>
            </a:extLst>
          </p:cNvPr>
          <p:cNvSpPr/>
          <p:nvPr userDrawn="1"/>
        </p:nvSpPr>
        <p:spPr>
          <a:xfrm flipH="1">
            <a:off x="7669562" y="4842263"/>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563;p21">
            <a:extLst>
              <a:ext uri="{FF2B5EF4-FFF2-40B4-BE49-F238E27FC236}">
                <a16:creationId xmlns:a16="http://schemas.microsoft.com/office/drawing/2014/main" id="{4FA98739-F2A9-4256-72DF-6DA916844521}"/>
              </a:ext>
            </a:extLst>
          </p:cNvPr>
          <p:cNvSpPr/>
          <p:nvPr userDrawn="1"/>
        </p:nvSpPr>
        <p:spPr>
          <a:xfrm flipH="1">
            <a:off x="7079601" y="4840556"/>
            <a:ext cx="295369" cy="301148"/>
          </a:xfrm>
          <a:custGeom>
            <a:avLst/>
            <a:gdLst/>
            <a:ahLst/>
            <a:cxnLst/>
            <a:rect l="l" t="t" r="r" b="b"/>
            <a:pathLst>
              <a:path w="9515" h="10549" extrusionOk="0">
                <a:moveTo>
                  <a:pt x="0" y="1"/>
                </a:moveTo>
                <a:lnTo>
                  <a:pt x="0" y="10548"/>
                </a:lnTo>
                <a:lnTo>
                  <a:pt x="9514" y="10548"/>
                </a:lnTo>
                <a:lnTo>
                  <a:pt x="9514"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568;p21">
            <a:extLst>
              <a:ext uri="{FF2B5EF4-FFF2-40B4-BE49-F238E27FC236}">
                <a16:creationId xmlns:a16="http://schemas.microsoft.com/office/drawing/2014/main" id="{A24CB6D6-FB1C-FA5F-4C4E-2F896DC5E849}"/>
              </a:ext>
            </a:extLst>
          </p:cNvPr>
          <p:cNvSpPr/>
          <p:nvPr userDrawn="1"/>
        </p:nvSpPr>
        <p:spPr>
          <a:xfrm flipH="1">
            <a:off x="2361566"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569;p21">
            <a:extLst>
              <a:ext uri="{FF2B5EF4-FFF2-40B4-BE49-F238E27FC236}">
                <a16:creationId xmlns:a16="http://schemas.microsoft.com/office/drawing/2014/main" id="{14992504-6549-658B-4F64-6291EC9D60A3}"/>
              </a:ext>
            </a:extLst>
          </p:cNvPr>
          <p:cNvSpPr/>
          <p:nvPr userDrawn="1"/>
        </p:nvSpPr>
        <p:spPr>
          <a:xfrm flipH="1">
            <a:off x="1771844" y="484417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570;p21">
            <a:extLst>
              <a:ext uri="{FF2B5EF4-FFF2-40B4-BE49-F238E27FC236}">
                <a16:creationId xmlns:a16="http://schemas.microsoft.com/office/drawing/2014/main" id="{BF6DE7E2-8DCB-DB52-41BB-8F02C936503D}"/>
              </a:ext>
            </a:extLst>
          </p:cNvPr>
          <p:cNvSpPr/>
          <p:nvPr userDrawn="1"/>
        </p:nvSpPr>
        <p:spPr>
          <a:xfrm flipH="1">
            <a:off x="-50" y="4842049"/>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391964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FFFF00"/>
              </a:buClr>
              <a:buSzPts val="3000"/>
              <a:buFont typeface="Press Start 2P"/>
              <a:buNone/>
              <a:defRPr sz="3000">
                <a:solidFill>
                  <a:srgbClr val="FFFF00"/>
                </a:solidFill>
                <a:latin typeface="Press Start 2P"/>
                <a:ea typeface="Press Start 2P"/>
                <a:cs typeface="Press Start 2P"/>
                <a:sym typeface="Press Start 2P"/>
              </a:defRPr>
            </a:lvl1pPr>
            <a:lvl2pPr lvl="1">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2pPr>
            <a:lvl3pPr lvl="2">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3pPr>
            <a:lvl4pPr lvl="3">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4pPr>
            <a:lvl5pPr lvl="4">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5pPr>
            <a:lvl6pPr lvl="5">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6pPr>
            <a:lvl7pPr lvl="6">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7pPr>
            <a:lvl8pPr lvl="7">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8pPr>
            <a:lvl9pPr lvl="8">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9pPr>
          </a:lstStyle>
          <a:p>
            <a:endParaRPr/>
          </a:p>
        </p:txBody>
      </p:sp>
      <p:sp>
        <p:nvSpPr>
          <p:cNvPr id="7" name="Google Shape;7;p1"/>
          <p:cNvSpPr txBox="1">
            <a:spLocks noGrp="1"/>
          </p:cNvSpPr>
          <p:nvPr>
            <p:ph type="body" idx="1"/>
          </p:nvPr>
        </p:nvSpPr>
        <p:spPr>
          <a:xfrm>
            <a:off x="311700" y="1152475"/>
            <a:ext cx="6188100" cy="3416400"/>
          </a:xfrm>
          <a:prstGeom prst="rect">
            <a:avLst/>
          </a:prstGeom>
          <a:noFill/>
          <a:ln>
            <a:noFill/>
          </a:ln>
        </p:spPr>
        <p:txBody>
          <a:bodyPr spcFirstLastPara="1" wrap="square" lIns="91425" tIns="91425" rIns="91425" bIns="91425" anchor="t" anchorCtr="0">
            <a:noAutofit/>
          </a:bodyPr>
          <a:lstStyle>
            <a:lvl1pPr marL="457200" lvl="0" indent="-330200" rtl="0">
              <a:lnSpc>
                <a:spcPct val="115000"/>
              </a:lnSpc>
              <a:spcBef>
                <a:spcPts val="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1pPr>
            <a:lvl2pPr marL="914400" lvl="1" indent="-330200" rtl="0">
              <a:lnSpc>
                <a:spcPct val="115000"/>
              </a:lnSpc>
              <a:spcBef>
                <a:spcPts val="160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2pPr>
            <a:lvl3pPr marL="1371600" lvl="2" indent="-330200" rtl="0">
              <a:lnSpc>
                <a:spcPct val="115000"/>
              </a:lnSpc>
              <a:spcBef>
                <a:spcPts val="160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3pPr>
            <a:lvl4pPr marL="1828800" lvl="3" indent="-330200" rtl="0">
              <a:lnSpc>
                <a:spcPct val="115000"/>
              </a:lnSpc>
              <a:spcBef>
                <a:spcPts val="160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4pPr>
            <a:lvl5pPr marL="2286000" lvl="4" indent="-330200" rtl="0">
              <a:lnSpc>
                <a:spcPct val="115000"/>
              </a:lnSpc>
              <a:spcBef>
                <a:spcPts val="160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5pPr>
            <a:lvl6pPr marL="2743200" lvl="5" indent="-330200" rtl="0">
              <a:lnSpc>
                <a:spcPct val="115000"/>
              </a:lnSpc>
              <a:spcBef>
                <a:spcPts val="160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6pPr>
            <a:lvl7pPr marL="3200400" lvl="6" indent="-330200" rtl="0">
              <a:lnSpc>
                <a:spcPct val="115000"/>
              </a:lnSpc>
              <a:spcBef>
                <a:spcPts val="160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7pPr>
            <a:lvl8pPr marL="3657600" lvl="7" indent="-330200" rtl="0">
              <a:lnSpc>
                <a:spcPct val="115000"/>
              </a:lnSpc>
              <a:spcBef>
                <a:spcPts val="160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8pPr>
            <a:lvl9pPr marL="4114800" lvl="8" indent="-330200" rtl="0">
              <a:lnSpc>
                <a:spcPct val="115000"/>
              </a:lnSpc>
              <a:spcBef>
                <a:spcPts val="1600"/>
              </a:spcBef>
              <a:spcAft>
                <a:spcPts val="1600"/>
              </a:spcAft>
              <a:buClr>
                <a:schemeClr val="lt1"/>
              </a:buClr>
              <a:buSzPts val="1600"/>
              <a:buFont typeface="Maven Pro"/>
              <a:buChar char="■"/>
              <a:defRPr sz="1600">
                <a:solidFill>
                  <a:schemeClr val="lt1"/>
                </a:solidFill>
                <a:latin typeface="Maven Pro"/>
                <a:ea typeface="Maven Pro"/>
                <a:cs typeface="Maven Pro"/>
                <a:sym typeface="Maven Pr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70" r:id="rId2"/>
    <p:sldLayoutId id="2147483649" r:id="rId3"/>
    <p:sldLayoutId id="2147483655" r:id="rId4"/>
    <p:sldLayoutId id="2147483658" r:id="rId5"/>
    <p:sldLayoutId id="2147483667" r:id="rId6"/>
    <p:sldLayoutId id="2147483668" r:id="rId7"/>
    <p:sldLayoutId id="2147483669" r:id="rId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8.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8.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oleObject" Target="../embeddings/oleObject1.bin"/><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oleObject" Target="../embeddings/oleObject2.bin"/><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3.bin"/><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oleObject" Target="../embeddings/oleObject4.bin"/><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oleObject" Target="../embeddings/oleObject5.bin"/><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oleObject" Target="../embeddings/oleObject6.bin"/><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8" Type="http://schemas.openxmlformats.org/officeDocument/2006/relationships/hyperlink" Target="https://store.steampowered.com/app/1567530/Vlad_Circus_Curse_of_Asmodeus/" TargetMode="External"/><Relationship Id="rId3" Type="http://schemas.openxmlformats.org/officeDocument/2006/relationships/image" Target="../media/image12.jpeg"/><Relationship Id="rId7" Type="http://schemas.openxmlformats.org/officeDocument/2006/relationships/image" Target="../media/image15.png"/><Relationship Id="rId2" Type="http://schemas.openxmlformats.org/officeDocument/2006/relationships/hyperlink" Target="https://store.steampowered.com/app/1272580/Nine_Witches_Family_Disruption/" TargetMode="External"/><Relationship Id="rId1" Type="http://schemas.openxmlformats.org/officeDocument/2006/relationships/slideLayout" Target="../slideLayouts/slideLayout8.xml"/><Relationship Id="rId6" Type="http://schemas.openxmlformats.org/officeDocument/2006/relationships/image" Target="../media/image14.jpeg"/><Relationship Id="rId5" Type="http://schemas.openxmlformats.org/officeDocument/2006/relationships/hyperlink" Target="https://store.steampowered.com/app/1702430/Vlad_Circus_Descend_Into_Madness/" TargetMode="External"/><Relationship Id="rId4" Type="http://schemas.openxmlformats.org/officeDocument/2006/relationships/image" Target="../media/image13.jpeg"/><Relationship Id="rId9" Type="http://schemas.openxmlformats.org/officeDocument/2006/relationships/image" Target="../media/image16.png"/></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hyperlink" Target="https://www.indiesruption.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62"/>
        <p:cNvGrpSpPr/>
        <p:nvPr/>
      </p:nvGrpSpPr>
      <p:grpSpPr>
        <a:xfrm>
          <a:off x="0" y="0"/>
          <a:ext cx="0" cy="0"/>
          <a:chOff x="0" y="0"/>
          <a:chExt cx="0" cy="0"/>
        </a:xfrm>
      </p:grpSpPr>
      <p:sp>
        <p:nvSpPr>
          <p:cNvPr id="963" name="Google Shape;963;p33"/>
          <p:cNvSpPr txBox="1">
            <a:spLocks noGrp="1"/>
          </p:cNvSpPr>
          <p:nvPr>
            <p:ph type="ctrTitle" idx="4294967295"/>
          </p:nvPr>
        </p:nvSpPr>
        <p:spPr>
          <a:xfrm>
            <a:off x="2425459" y="2054783"/>
            <a:ext cx="4293070" cy="573088"/>
          </a:xfrm>
          <a:prstGeom prst="rect">
            <a:avLst/>
          </a:prstGeom>
        </p:spPr>
        <p:txBody>
          <a:bodyPr spcFirstLastPara="1" wrap="square" lIns="91425" tIns="91425" rIns="91425" bIns="91425" anchor="ctr" anchorCtr="0">
            <a:noAutofit/>
          </a:bodyPr>
          <a:lstStyle/>
          <a:p>
            <a:pPr lvl="0"/>
            <a:r>
              <a:rPr lang="en-US" sz="1400" dirty="0">
                <a:solidFill>
                  <a:srgbClr val="8F4D57"/>
                </a:solidFill>
              </a:rPr>
              <a:t>When hell runs a horror ride, no one is safe.</a:t>
            </a:r>
          </a:p>
        </p:txBody>
      </p:sp>
      <p:sp>
        <p:nvSpPr>
          <p:cNvPr id="965" name="Google Shape;965;p33"/>
          <p:cNvSpPr txBox="1">
            <a:spLocks noGrp="1"/>
          </p:cNvSpPr>
          <p:nvPr>
            <p:ph type="ctrTitle" idx="4294967295"/>
          </p:nvPr>
        </p:nvSpPr>
        <p:spPr>
          <a:xfrm>
            <a:off x="712784" y="1376922"/>
            <a:ext cx="7718425" cy="731838"/>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4000" dirty="0">
                <a:solidFill>
                  <a:srgbClr val="AB5130"/>
                </a:solidFill>
              </a:rPr>
              <a:t>REMIZIONE</a:t>
            </a:r>
          </a:p>
        </p:txBody>
      </p:sp>
      <p:sp>
        <p:nvSpPr>
          <p:cNvPr id="5" name="TextBox 4">
            <a:extLst>
              <a:ext uri="{FF2B5EF4-FFF2-40B4-BE49-F238E27FC236}">
                <a16:creationId xmlns:a16="http://schemas.microsoft.com/office/drawing/2014/main" id="{31E77CD3-1A65-914C-B261-4BE2BB959A67}"/>
              </a:ext>
            </a:extLst>
          </p:cNvPr>
          <p:cNvSpPr txBox="1"/>
          <p:nvPr/>
        </p:nvSpPr>
        <p:spPr>
          <a:xfrm>
            <a:off x="3402444" y="3645120"/>
            <a:ext cx="2339102" cy="253916"/>
          </a:xfrm>
          <a:prstGeom prst="rect">
            <a:avLst/>
          </a:prstGeom>
          <a:noFill/>
        </p:spPr>
        <p:txBody>
          <a:bodyPr wrap="none" rtlCol="0">
            <a:spAutoFit/>
          </a:bodyPr>
          <a:lstStyle/>
          <a:p>
            <a:r>
              <a:rPr lang="en-US" sz="1050" b="1" dirty="0">
                <a:solidFill>
                  <a:srgbClr val="F6CA15"/>
                </a:solidFill>
                <a:latin typeface="Press Start 2P" panose="00000500000000000000" pitchFamily="2" charset="0"/>
              </a:rPr>
              <a:t>By Indiesruption</a:t>
            </a:r>
          </a:p>
        </p:txBody>
      </p:sp>
      <p:pic>
        <p:nvPicPr>
          <p:cNvPr id="15" name="Picture 14" descr="A yellow ball with wings and a black background&#10;&#10;AI-generated content may be incorrect.">
            <a:extLst>
              <a:ext uri="{FF2B5EF4-FFF2-40B4-BE49-F238E27FC236}">
                <a16:creationId xmlns:a16="http://schemas.microsoft.com/office/drawing/2014/main" id="{A91F8DE5-F92B-A53E-5266-3D97D51A1334}"/>
              </a:ext>
            </a:extLst>
          </p:cNvPr>
          <p:cNvPicPr>
            <a:picLocks noChangeAspect="1"/>
          </p:cNvPicPr>
          <p:nvPr/>
        </p:nvPicPr>
        <p:blipFill>
          <a:blip r:embed="rId3"/>
          <a:srcRect t="7793" b="10103"/>
          <a:stretch>
            <a:fillRect/>
          </a:stretch>
        </p:blipFill>
        <p:spPr>
          <a:xfrm>
            <a:off x="4277663" y="3131823"/>
            <a:ext cx="588663" cy="483317"/>
          </a:xfrm>
          <a:prstGeom prst="rect">
            <a:avLst/>
          </a:prstGeom>
        </p:spPr>
      </p:pic>
      <p:sp>
        <p:nvSpPr>
          <p:cNvPr id="4" name="TextBox 3">
            <a:extLst>
              <a:ext uri="{FF2B5EF4-FFF2-40B4-BE49-F238E27FC236}">
                <a16:creationId xmlns:a16="http://schemas.microsoft.com/office/drawing/2014/main" id="{FEFE8D09-385D-19CC-B21B-1FE9FC336EB3}"/>
              </a:ext>
            </a:extLst>
          </p:cNvPr>
          <p:cNvSpPr txBox="1"/>
          <p:nvPr/>
        </p:nvSpPr>
        <p:spPr>
          <a:xfrm>
            <a:off x="3671747" y="322198"/>
            <a:ext cx="1800493" cy="253916"/>
          </a:xfrm>
          <a:prstGeom prst="rect">
            <a:avLst/>
          </a:prstGeom>
          <a:noFill/>
        </p:spPr>
        <p:txBody>
          <a:bodyPr wrap="none" rtlCol="0">
            <a:spAutoFit/>
          </a:bodyPr>
          <a:lstStyle/>
          <a:p>
            <a:r>
              <a:rPr lang="en-US" sz="1050" b="1" dirty="0">
                <a:solidFill>
                  <a:srgbClr val="52333F"/>
                </a:solidFill>
                <a:latin typeface="Press Start 2P" panose="00000500000000000000" pitchFamily="2" charset="0"/>
              </a:rPr>
              <a:t>CONFIDENTIAL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98"/>
        <p:cNvGrpSpPr/>
        <p:nvPr/>
      </p:nvGrpSpPr>
      <p:grpSpPr>
        <a:xfrm>
          <a:off x="0" y="0"/>
          <a:ext cx="0" cy="0"/>
          <a:chOff x="0" y="0"/>
          <a:chExt cx="0" cy="0"/>
        </a:xfrm>
      </p:grpSpPr>
      <p:sp>
        <p:nvSpPr>
          <p:cNvPr id="999" name="Google Shape;999;p37"/>
          <p:cNvSpPr txBox="1">
            <a:spLocks noGrp="1"/>
          </p:cNvSpPr>
          <p:nvPr>
            <p:ph type="title"/>
          </p:nvPr>
        </p:nvSpPr>
        <p:spPr>
          <a:xfrm>
            <a:off x="717450" y="225131"/>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2400" dirty="0">
                <a:solidFill>
                  <a:srgbClr val="AB5130"/>
                </a:solidFill>
              </a:rPr>
              <a:t>Overview</a:t>
            </a:r>
            <a:endParaRPr sz="2400" dirty="0">
              <a:solidFill>
                <a:srgbClr val="AB5130"/>
              </a:solidFill>
            </a:endParaRPr>
          </a:p>
        </p:txBody>
      </p:sp>
      <p:sp>
        <p:nvSpPr>
          <p:cNvPr id="1000" name="Google Shape;1000;p37"/>
          <p:cNvSpPr txBox="1">
            <a:spLocks noGrp="1"/>
          </p:cNvSpPr>
          <p:nvPr>
            <p:ph type="subTitle" idx="4294967295"/>
          </p:nvPr>
        </p:nvSpPr>
        <p:spPr>
          <a:xfrm>
            <a:off x="1495805" y="1076367"/>
            <a:ext cx="6152390" cy="1112837"/>
          </a:xfrm>
          <a:prstGeom prst="rect">
            <a:avLst/>
          </a:prstGeom>
        </p:spPr>
        <p:txBody>
          <a:bodyPr spcFirstLastPara="1" wrap="square" lIns="91425" tIns="91425" rIns="91425" bIns="91425" anchor="t" anchorCtr="0">
            <a:noAutofit/>
          </a:bodyPr>
          <a:lstStyle/>
          <a:p>
            <a:pPr marL="0" lvl="0" indent="0">
              <a:lnSpc>
                <a:spcPct val="150000"/>
              </a:lnSpc>
              <a:buClr>
                <a:srgbClr val="8F4D57"/>
              </a:buClr>
              <a:buSzPts val="1100"/>
              <a:buNone/>
            </a:pPr>
            <a:r>
              <a:rPr lang="en-US" sz="1200" dirty="0">
                <a:solidFill>
                  <a:srgbClr val="8F4D57"/>
                </a:solidFill>
                <a:latin typeface="Press Start 2P" panose="00000500000000000000" pitchFamily="2" charset="0"/>
              </a:rPr>
              <a:t>A pixel art 2D procedural roguelite adventure with permadeath, dark humor, twisted monsters, and hundreds of bizarre items. </a:t>
            </a:r>
          </a:p>
          <a:p>
            <a:pPr marL="0" lvl="0" indent="0">
              <a:lnSpc>
                <a:spcPct val="150000"/>
              </a:lnSpc>
              <a:buClr>
                <a:srgbClr val="8F4D57"/>
              </a:buClr>
              <a:buSzPts val="1100"/>
              <a:buNone/>
            </a:pPr>
            <a:endParaRPr lang="en-US" sz="1200" dirty="0">
              <a:solidFill>
                <a:srgbClr val="8F4D57"/>
              </a:solidFill>
              <a:latin typeface="Press Start 2P" panose="00000500000000000000" pitchFamily="2" charset="0"/>
            </a:endParaRPr>
          </a:p>
          <a:p>
            <a:pPr marL="0" lvl="0" indent="0">
              <a:lnSpc>
                <a:spcPct val="150000"/>
              </a:lnSpc>
              <a:buClr>
                <a:srgbClr val="8F4D57"/>
              </a:buClr>
              <a:buSzPts val="1100"/>
              <a:buNone/>
            </a:pPr>
            <a:r>
              <a:rPr lang="en-US" sz="1200" dirty="0">
                <a:solidFill>
                  <a:srgbClr val="8F4D57"/>
                </a:solidFill>
                <a:latin typeface="Press Start 2P" panose="00000500000000000000" pitchFamily="2" charset="0"/>
              </a:rPr>
              <a:t>Two mediocre journalists trapped in a demon-possessed horror ride where every cart is your only chance to survive.</a:t>
            </a:r>
          </a:p>
        </p:txBody>
      </p:sp>
      <p:pic>
        <p:nvPicPr>
          <p:cNvPr id="11" name="Picture 10" descr="A pixelated image of a person&#10;&#10;AI-generated content may be incorrect.">
            <a:extLst>
              <a:ext uri="{FF2B5EF4-FFF2-40B4-BE49-F238E27FC236}">
                <a16:creationId xmlns:a16="http://schemas.microsoft.com/office/drawing/2014/main" id="{837261C2-E554-BDA3-809B-9103289662D0}"/>
              </a:ext>
            </a:extLst>
          </p:cNvPr>
          <p:cNvPicPr>
            <a:picLocks noChangeAspect="1"/>
          </p:cNvPicPr>
          <p:nvPr/>
        </p:nvPicPr>
        <p:blipFill>
          <a:blip r:embed="rId3"/>
          <a:stretch>
            <a:fillRect/>
          </a:stretch>
        </p:blipFill>
        <p:spPr>
          <a:xfrm>
            <a:off x="1747293" y="3924909"/>
            <a:ext cx="571500" cy="914400"/>
          </a:xfrm>
          <a:prstGeom prst="rect">
            <a:avLst/>
          </a:prstGeom>
        </p:spPr>
      </p:pic>
      <p:pic>
        <p:nvPicPr>
          <p:cNvPr id="13" name="Picture 12" descr="A pixelated image of a person wearing sunglasses&#10;&#10;AI-generated content may be incorrect.">
            <a:extLst>
              <a:ext uri="{FF2B5EF4-FFF2-40B4-BE49-F238E27FC236}">
                <a16:creationId xmlns:a16="http://schemas.microsoft.com/office/drawing/2014/main" id="{393C2DE5-CEC6-ED5E-DDE1-1263A050D2BD}"/>
              </a:ext>
            </a:extLst>
          </p:cNvPr>
          <p:cNvPicPr>
            <a:picLocks noChangeAspect="1"/>
          </p:cNvPicPr>
          <p:nvPr/>
        </p:nvPicPr>
        <p:blipFill>
          <a:blip r:embed="rId4"/>
          <a:stretch>
            <a:fillRect/>
          </a:stretch>
        </p:blipFill>
        <p:spPr>
          <a:xfrm flipH="1">
            <a:off x="6825208" y="3983316"/>
            <a:ext cx="571500" cy="8572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B2F170F1-E5B9-6C28-129A-6FF76EE3A5DD}"/>
            </a:ext>
          </a:extLst>
        </p:cNvPr>
        <p:cNvGrpSpPr/>
        <p:nvPr/>
      </p:nvGrpSpPr>
      <p:grpSpPr>
        <a:xfrm>
          <a:off x="0" y="0"/>
          <a:ext cx="0" cy="0"/>
          <a:chOff x="0" y="0"/>
          <a:chExt cx="0" cy="0"/>
        </a:xfrm>
      </p:grpSpPr>
      <p:sp>
        <p:nvSpPr>
          <p:cNvPr id="999" name="Google Shape;999;p37">
            <a:extLst>
              <a:ext uri="{FF2B5EF4-FFF2-40B4-BE49-F238E27FC236}">
                <a16:creationId xmlns:a16="http://schemas.microsoft.com/office/drawing/2014/main" id="{11D5953C-9483-2273-2965-3304F2961313}"/>
              </a:ext>
            </a:extLst>
          </p:cNvPr>
          <p:cNvSpPr txBox="1">
            <a:spLocks noGrp="1"/>
          </p:cNvSpPr>
          <p:nvPr>
            <p:ph type="title"/>
          </p:nvPr>
        </p:nvSpPr>
        <p:spPr>
          <a:xfrm>
            <a:off x="717450" y="225131"/>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2400" dirty="0">
                <a:solidFill>
                  <a:srgbClr val="AB5130"/>
                </a:solidFill>
              </a:rPr>
              <a:t>Story &amp; Setting</a:t>
            </a:r>
            <a:endParaRPr sz="2400" dirty="0">
              <a:solidFill>
                <a:srgbClr val="AB5130"/>
              </a:solidFill>
            </a:endParaRPr>
          </a:p>
        </p:txBody>
      </p:sp>
      <p:sp>
        <p:nvSpPr>
          <p:cNvPr id="1000" name="Google Shape;1000;p37">
            <a:extLst>
              <a:ext uri="{FF2B5EF4-FFF2-40B4-BE49-F238E27FC236}">
                <a16:creationId xmlns:a16="http://schemas.microsoft.com/office/drawing/2014/main" id="{91AF0787-BB08-0706-A505-8310F24C57AE}"/>
              </a:ext>
            </a:extLst>
          </p:cNvPr>
          <p:cNvSpPr txBox="1">
            <a:spLocks noGrp="1"/>
          </p:cNvSpPr>
          <p:nvPr>
            <p:ph type="subTitle" idx="4294967295"/>
          </p:nvPr>
        </p:nvSpPr>
        <p:spPr>
          <a:xfrm>
            <a:off x="859259" y="1023124"/>
            <a:ext cx="7425481" cy="1112837"/>
          </a:xfrm>
          <a:prstGeom prst="rect">
            <a:avLst/>
          </a:prstGeom>
        </p:spPr>
        <p:txBody>
          <a:bodyPr spcFirstLastPara="1" wrap="square" lIns="91425" tIns="91425" rIns="91425" bIns="91425" anchor="t" anchorCtr="0">
            <a:noAutofit/>
          </a:bodyPr>
          <a:lstStyle/>
          <a:p>
            <a:pPr marL="0" lvl="0" indent="0">
              <a:lnSpc>
                <a:spcPct val="150000"/>
              </a:lnSpc>
              <a:buClr>
                <a:srgbClr val="8F4D57"/>
              </a:buClr>
              <a:buSzPts val="1100"/>
              <a:buNone/>
            </a:pPr>
            <a:r>
              <a:rPr lang="en-US" sz="1200" dirty="0">
                <a:solidFill>
                  <a:srgbClr val="8F4D57"/>
                </a:solidFill>
                <a:latin typeface="Press Start 2P" panose="00000500000000000000" pitchFamily="2" charset="0"/>
              </a:rPr>
              <a:t>Snuggleville’s amusement park was once home to Remizione, a grotesque horror ride built by an obsessive designer. During its grand opening, twelve celebrities entered... and never came back. Years later, twins Edmund and Berta Idle sneak inside to investigate. What they find is purgatory on rails, ruled by a frustrated demon who isn’t letting anyone out.</a:t>
            </a:r>
          </a:p>
        </p:txBody>
      </p:sp>
      <p:pic>
        <p:nvPicPr>
          <p:cNvPr id="11" name="Picture 10" descr="A pixelated image of a person&#10;&#10;AI-generated content may be incorrect.">
            <a:extLst>
              <a:ext uri="{FF2B5EF4-FFF2-40B4-BE49-F238E27FC236}">
                <a16:creationId xmlns:a16="http://schemas.microsoft.com/office/drawing/2014/main" id="{190BA5B4-62E2-6E38-89ED-FF2C6BD5D7BB}"/>
              </a:ext>
            </a:extLst>
          </p:cNvPr>
          <p:cNvPicPr>
            <a:picLocks noChangeAspect="1"/>
          </p:cNvPicPr>
          <p:nvPr/>
        </p:nvPicPr>
        <p:blipFill>
          <a:blip r:embed="rId3"/>
          <a:stretch>
            <a:fillRect/>
          </a:stretch>
        </p:blipFill>
        <p:spPr>
          <a:xfrm>
            <a:off x="1747293" y="3924909"/>
            <a:ext cx="571500" cy="914400"/>
          </a:xfrm>
          <a:prstGeom prst="rect">
            <a:avLst/>
          </a:prstGeom>
        </p:spPr>
      </p:pic>
      <p:pic>
        <p:nvPicPr>
          <p:cNvPr id="13" name="Picture 12" descr="A pixelated image of a person wearing sunglasses&#10;&#10;AI-generated content may be incorrect.">
            <a:extLst>
              <a:ext uri="{FF2B5EF4-FFF2-40B4-BE49-F238E27FC236}">
                <a16:creationId xmlns:a16="http://schemas.microsoft.com/office/drawing/2014/main" id="{021935B2-628F-0202-D0F8-B6FFA67C450A}"/>
              </a:ext>
            </a:extLst>
          </p:cNvPr>
          <p:cNvPicPr>
            <a:picLocks noChangeAspect="1"/>
          </p:cNvPicPr>
          <p:nvPr/>
        </p:nvPicPr>
        <p:blipFill>
          <a:blip r:embed="rId4"/>
          <a:stretch>
            <a:fillRect/>
          </a:stretch>
        </p:blipFill>
        <p:spPr>
          <a:xfrm flipH="1">
            <a:off x="6825208" y="3983316"/>
            <a:ext cx="571500" cy="857250"/>
          </a:xfrm>
          <a:prstGeom prst="rect">
            <a:avLst/>
          </a:prstGeom>
        </p:spPr>
      </p:pic>
    </p:spTree>
    <p:extLst>
      <p:ext uri="{BB962C8B-B14F-4D97-AF65-F5344CB8AC3E}">
        <p14:creationId xmlns:p14="http://schemas.microsoft.com/office/powerpoint/2010/main" val="10994632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9D60F414-D0F2-BDA9-8358-1893CC0618CB}"/>
            </a:ext>
          </a:extLst>
        </p:cNvPr>
        <p:cNvGrpSpPr/>
        <p:nvPr/>
      </p:nvGrpSpPr>
      <p:grpSpPr>
        <a:xfrm>
          <a:off x="0" y="0"/>
          <a:ext cx="0" cy="0"/>
          <a:chOff x="0" y="0"/>
          <a:chExt cx="0" cy="0"/>
        </a:xfrm>
      </p:grpSpPr>
      <p:sp>
        <p:nvSpPr>
          <p:cNvPr id="999" name="Google Shape;999;p37">
            <a:extLst>
              <a:ext uri="{FF2B5EF4-FFF2-40B4-BE49-F238E27FC236}">
                <a16:creationId xmlns:a16="http://schemas.microsoft.com/office/drawing/2014/main" id="{8339AB8F-AD96-9BC4-C31D-D50F74670480}"/>
              </a:ext>
            </a:extLst>
          </p:cNvPr>
          <p:cNvSpPr txBox="1">
            <a:spLocks noGrp="1"/>
          </p:cNvSpPr>
          <p:nvPr>
            <p:ph type="title"/>
          </p:nvPr>
        </p:nvSpPr>
        <p:spPr>
          <a:xfrm>
            <a:off x="717450" y="225131"/>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2400" dirty="0">
                <a:solidFill>
                  <a:srgbClr val="AB5130"/>
                </a:solidFill>
              </a:rPr>
              <a:t>Gameplay</a:t>
            </a:r>
            <a:endParaRPr sz="2400" dirty="0">
              <a:solidFill>
                <a:srgbClr val="AB5130"/>
              </a:solidFill>
            </a:endParaRPr>
          </a:p>
        </p:txBody>
      </p:sp>
      <p:sp>
        <p:nvSpPr>
          <p:cNvPr id="1000" name="Google Shape;1000;p37">
            <a:extLst>
              <a:ext uri="{FF2B5EF4-FFF2-40B4-BE49-F238E27FC236}">
                <a16:creationId xmlns:a16="http://schemas.microsoft.com/office/drawing/2014/main" id="{07E93653-10A2-DDDD-8FC0-AD8AB57737D0}"/>
              </a:ext>
            </a:extLst>
          </p:cNvPr>
          <p:cNvSpPr txBox="1">
            <a:spLocks noGrp="1"/>
          </p:cNvSpPr>
          <p:nvPr>
            <p:ph type="subTitle" idx="4294967295"/>
          </p:nvPr>
        </p:nvSpPr>
        <p:spPr>
          <a:xfrm>
            <a:off x="766775" y="1008134"/>
            <a:ext cx="7597735" cy="1112837"/>
          </a:xfrm>
          <a:prstGeom prst="rect">
            <a:avLst/>
          </a:prstGeom>
        </p:spPr>
        <p:txBody>
          <a:bodyPr spcFirstLastPara="1" wrap="square" lIns="91425" tIns="91425" rIns="91425" bIns="91425" anchor="t" anchorCtr="0">
            <a:noAutofit/>
          </a:bodyPr>
          <a:lstStyle/>
          <a:p>
            <a:pPr marL="171450" indent="-171450">
              <a:lnSpc>
                <a:spcPct val="100000"/>
              </a:lnSpc>
              <a:buClr>
                <a:srgbClr val="8F4D57"/>
              </a:buClr>
              <a:buSzPts val="1100"/>
              <a:buFont typeface="Press Start 2P" panose="00000500000000000000" pitchFamily="2" charset="0"/>
              <a:buChar char="★"/>
            </a:pPr>
            <a:r>
              <a:rPr lang="en-US" sz="1000" dirty="0">
                <a:solidFill>
                  <a:srgbClr val="8F4D57"/>
                </a:solidFill>
                <a:latin typeface="Press Start 2P" panose="00000500000000000000" pitchFamily="2" charset="0"/>
              </a:rPr>
              <a:t>Explore a cursed ride full of monsters, traps, secrets, and absurd surprises.</a:t>
            </a:r>
          </a:p>
          <a:p>
            <a:pPr marL="171450" indent="-171450">
              <a:lnSpc>
                <a:spcPct val="150000"/>
              </a:lnSpc>
              <a:buClr>
                <a:srgbClr val="8F4D57"/>
              </a:buClr>
              <a:buSzPts val="1100"/>
              <a:buFont typeface="Press Start 2P" panose="00000500000000000000" pitchFamily="2" charset="0"/>
              <a:buChar char="★"/>
            </a:pPr>
            <a:endParaRPr lang="en-US" sz="1000" dirty="0">
              <a:solidFill>
                <a:srgbClr val="8F4D57"/>
              </a:solidFill>
              <a:latin typeface="Press Start 2P" panose="00000500000000000000" pitchFamily="2" charset="0"/>
            </a:endParaRPr>
          </a:p>
          <a:p>
            <a:pPr marL="171450" indent="-171450">
              <a:lnSpc>
                <a:spcPct val="150000"/>
              </a:lnSpc>
              <a:buClr>
                <a:srgbClr val="8F4D57"/>
              </a:buClr>
              <a:buSzPts val="1100"/>
              <a:buFont typeface="Press Start 2P" panose="00000500000000000000" pitchFamily="2" charset="0"/>
              <a:buChar char="★"/>
            </a:pPr>
            <a:r>
              <a:rPr lang="en-US" sz="1000" dirty="0">
                <a:solidFill>
                  <a:srgbClr val="8F4D57"/>
                </a:solidFill>
                <a:latin typeface="Press Start 2P" panose="00000500000000000000" pitchFamily="2" charset="0"/>
              </a:rPr>
              <a:t>Push carts to move forward while fighting grotesque creatures.</a:t>
            </a:r>
          </a:p>
          <a:p>
            <a:pPr marL="171450" indent="-171450">
              <a:lnSpc>
                <a:spcPct val="150000"/>
              </a:lnSpc>
              <a:buClr>
                <a:srgbClr val="8F4D57"/>
              </a:buClr>
              <a:buSzPts val="1100"/>
              <a:buFont typeface="Press Start 2P" panose="00000500000000000000" pitchFamily="2" charset="0"/>
              <a:buChar char="★"/>
            </a:pPr>
            <a:endParaRPr lang="en-US" sz="1000" dirty="0">
              <a:solidFill>
                <a:srgbClr val="8F4D57"/>
              </a:solidFill>
              <a:latin typeface="Press Start 2P" panose="00000500000000000000" pitchFamily="2" charset="0"/>
            </a:endParaRPr>
          </a:p>
          <a:p>
            <a:pPr marL="171450" indent="-171450">
              <a:lnSpc>
                <a:spcPct val="150000"/>
              </a:lnSpc>
              <a:buClr>
                <a:srgbClr val="8F4D57"/>
              </a:buClr>
              <a:buSzPts val="1100"/>
              <a:buFont typeface="Press Start 2P" panose="00000500000000000000" pitchFamily="2" charset="0"/>
              <a:buChar char="★"/>
            </a:pPr>
            <a:r>
              <a:rPr lang="en-US" sz="1000" dirty="0">
                <a:solidFill>
                  <a:srgbClr val="8F4D57"/>
                </a:solidFill>
                <a:latin typeface="Press Start 2P" panose="00000500000000000000" pitchFamily="2" charset="0"/>
              </a:rPr>
              <a:t>Permadeath with permanent unlocks and evolving inventory.</a:t>
            </a:r>
          </a:p>
          <a:p>
            <a:pPr marL="171450" indent="-171450">
              <a:lnSpc>
                <a:spcPct val="150000"/>
              </a:lnSpc>
              <a:buClr>
                <a:srgbClr val="8F4D57"/>
              </a:buClr>
              <a:buSzPts val="1100"/>
              <a:buFont typeface="Press Start 2P" panose="00000500000000000000" pitchFamily="2" charset="0"/>
              <a:buChar char="★"/>
            </a:pPr>
            <a:endParaRPr lang="en-US" sz="1000" dirty="0">
              <a:solidFill>
                <a:srgbClr val="8F4D57"/>
              </a:solidFill>
              <a:latin typeface="Press Start 2P" panose="00000500000000000000" pitchFamily="2" charset="0"/>
            </a:endParaRPr>
          </a:p>
          <a:p>
            <a:pPr marL="171450" indent="-171450">
              <a:lnSpc>
                <a:spcPct val="150000"/>
              </a:lnSpc>
              <a:buClr>
                <a:srgbClr val="8F4D57"/>
              </a:buClr>
              <a:buSzPts val="1100"/>
              <a:buFont typeface="Press Start 2P" panose="00000500000000000000" pitchFamily="2" charset="0"/>
              <a:buChar char="★"/>
            </a:pPr>
            <a:r>
              <a:rPr lang="en-US" sz="1000" dirty="0">
                <a:solidFill>
                  <a:srgbClr val="8F4D57"/>
                </a:solidFill>
                <a:latin typeface="Press Start 2P" panose="00000500000000000000" pitchFamily="2" charset="0"/>
              </a:rPr>
              <a:t>Play as either Idle twin, each with unique abilities and exclusive paths.</a:t>
            </a:r>
          </a:p>
          <a:p>
            <a:pPr marL="171450" indent="-171450">
              <a:lnSpc>
                <a:spcPct val="150000"/>
              </a:lnSpc>
              <a:buClr>
                <a:srgbClr val="8F4D57"/>
              </a:buClr>
              <a:buSzPts val="1100"/>
              <a:buFont typeface="Press Start 2P" panose="00000500000000000000" pitchFamily="2" charset="0"/>
              <a:buChar char="★"/>
            </a:pPr>
            <a:endParaRPr lang="en-US" sz="1000" dirty="0">
              <a:solidFill>
                <a:srgbClr val="8F4D57"/>
              </a:solidFill>
              <a:latin typeface="Press Start 2P" panose="00000500000000000000" pitchFamily="2" charset="0"/>
            </a:endParaRPr>
          </a:p>
          <a:p>
            <a:pPr marL="171450" indent="-171450">
              <a:lnSpc>
                <a:spcPct val="150000"/>
              </a:lnSpc>
              <a:buClr>
                <a:srgbClr val="8F4D57"/>
              </a:buClr>
              <a:buSzPts val="1100"/>
              <a:buFont typeface="Press Start 2P" panose="00000500000000000000" pitchFamily="2" charset="0"/>
              <a:buChar char="★"/>
            </a:pPr>
            <a:r>
              <a:rPr lang="en-US" sz="1000" dirty="0">
                <a:solidFill>
                  <a:srgbClr val="8F4D57"/>
                </a:solidFill>
                <a:latin typeface="Press Start 2P" panose="00000500000000000000" pitchFamily="2" charset="0"/>
              </a:rPr>
              <a:t>Rescue parodies of lost celebrities with bizarre rewards.</a:t>
            </a:r>
          </a:p>
          <a:p>
            <a:pPr marL="171450" indent="-171450">
              <a:lnSpc>
                <a:spcPct val="100000"/>
              </a:lnSpc>
              <a:buClr>
                <a:srgbClr val="8F4D57"/>
              </a:buClr>
              <a:buSzPts val="1100"/>
              <a:buFont typeface="Press Start 2P" panose="00000500000000000000" pitchFamily="2" charset="0"/>
              <a:buChar char="★"/>
            </a:pPr>
            <a:endParaRPr lang="en-US" sz="1000" dirty="0">
              <a:solidFill>
                <a:srgbClr val="8F4D57"/>
              </a:solidFill>
              <a:latin typeface="Press Start 2P" panose="00000500000000000000" pitchFamily="2" charset="0"/>
            </a:endParaRPr>
          </a:p>
          <a:p>
            <a:pPr marL="171450" indent="-171450">
              <a:lnSpc>
                <a:spcPct val="150000"/>
              </a:lnSpc>
              <a:buClr>
                <a:srgbClr val="8F4D57"/>
              </a:buClr>
              <a:buSzPts val="1100"/>
              <a:buFont typeface="Press Start 2P" panose="00000500000000000000" pitchFamily="2" charset="0"/>
              <a:buChar char="★"/>
            </a:pPr>
            <a:r>
              <a:rPr lang="en-US" sz="1000" dirty="0">
                <a:solidFill>
                  <a:srgbClr val="8F4D57"/>
                </a:solidFill>
                <a:latin typeface="Press Start 2P" panose="00000500000000000000" pitchFamily="2" charset="0"/>
              </a:rPr>
              <a:t>Narrative twist with meta-goals to bring layers of mystery and long-term goals.</a:t>
            </a:r>
          </a:p>
          <a:p>
            <a:pPr marL="171450" indent="-171450">
              <a:lnSpc>
                <a:spcPct val="150000"/>
              </a:lnSpc>
              <a:buClr>
                <a:srgbClr val="8F4D57"/>
              </a:buClr>
              <a:buSzPts val="1100"/>
              <a:buFont typeface="Press Start 2P" panose="00000500000000000000" pitchFamily="2" charset="0"/>
              <a:buChar char="★"/>
            </a:pPr>
            <a:endParaRPr lang="en-US" sz="1000" dirty="0">
              <a:solidFill>
                <a:srgbClr val="8F4D57"/>
              </a:solidFill>
              <a:latin typeface="Press Start 2P" panose="00000500000000000000" pitchFamily="2" charset="0"/>
            </a:endParaRPr>
          </a:p>
        </p:txBody>
      </p:sp>
    </p:spTree>
    <p:extLst>
      <p:ext uri="{BB962C8B-B14F-4D97-AF65-F5344CB8AC3E}">
        <p14:creationId xmlns:p14="http://schemas.microsoft.com/office/powerpoint/2010/main" val="5184752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7E68F2B-5464-E15A-128C-A410CB603FDD}"/>
              </a:ext>
            </a:extLst>
          </p:cNvPr>
          <p:cNvSpPr txBox="1"/>
          <p:nvPr/>
        </p:nvSpPr>
        <p:spPr>
          <a:xfrm>
            <a:off x="3674157" y="1320032"/>
            <a:ext cx="1795683" cy="523220"/>
          </a:xfrm>
          <a:prstGeom prst="rect">
            <a:avLst/>
          </a:prstGeom>
          <a:noFill/>
        </p:spPr>
        <p:txBody>
          <a:bodyPr wrap="square" rtlCol="0">
            <a:spAutoFit/>
          </a:bodyPr>
          <a:lstStyle/>
          <a:p>
            <a:pPr algn="ctr"/>
            <a:r>
              <a:rPr lang="en-US" dirty="0">
                <a:solidFill>
                  <a:srgbClr val="8F4D57"/>
                </a:solidFill>
                <a:latin typeface="Press Start 2P" panose="00000500000000000000" pitchFamily="2" charset="0"/>
              </a:rPr>
              <a:t>Choose</a:t>
            </a:r>
          </a:p>
          <a:p>
            <a:pPr algn="ctr"/>
            <a:r>
              <a:rPr lang="en-US" dirty="0">
                <a:solidFill>
                  <a:srgbClr val="8F4D57"/>
                </a:solidFill>
                <a:latin typeface="Press Start 2P" panose="00000500000000000000" pitchFamily="2" charset="0"/>
              </a:rPr>
              <a:t>character</a:t>
            </a:r>
          </a:p>
        </p:txBody>
      </p:sp>
      <p:sp>
        <p:nvSpPr>
          <p:cNvPr id="6" name="TextBox 5">
            <a:extLst>
              <a:ext uri="{FF2B5EF4-FFF2-40B4-BE49-F238E27FC236}">
                <a16:creationId xmlns:a16="http://schemas.microsoft.com/office/drawing/2014/main" id="{7AA8074A-0EA5-C0F0-87D6-C4519DD2C7EE}"/>
              </a:ext>
            </a:extLst>
          </p:cNvPr>
          <p:cNvSpPr txBox="1"/>
          <p:nvPr/>
        </p:nvSpPr>
        <p:spPr>
          <a:xfrm>
            <a:off x="5669681" y="2265852"/>
            <a:ext cx="1082348" cy="523220"/>
          </a:xfrm>
          <a:prstGeom prst="rect">
            <a:avLst/>
          </a:prstGeom>
          <a:noFill/>
        </p:spPr>
        <p:txBody>
          <a:bodyPr wrap="none" rtlCol="0">
            <a:spAutoFit/>
          </a:bodyPr>
          <a:lstStyle/>
          <a:p>
            <a:pPr algn="ctr"/>
            <a:r>
              <a:rPr lang="en-US" dirty="0">
                <a:solidFill>
                  <a:srgbClr val="BD6A62"/>
                </a:solidFill>
                <a:latin typeface="Press Start 2P" panose="00000500000000000000" pitchFamily="2" charset="0"/>
              </a:rPr>
              <a:t>Begin</a:t>
            </a:r>
          </a:p>
          <a:p>
            <a:pPr algn="ctr"/>
            <a:r>
              <a:rPr lang="en-US" dirty="0">
                <a:solidFill>
                  <a:srgbClr val="BD6A62"/>
                </a:solidFill>
                <a:latin typeface="Press Start 2P" panose="00000500000000000000" pitchFamily="2" charset="0"/>
              </a:rPr>
              <a:t>ride</a:t>
            </a:r>
          </a:p>
        </p:txBody>
      </p:sp>
      <p:sp>
        <p:nvSpPr>
          <p:cNvPr id="7" name="TextBox 6">
            <a:extLst>
              <a:ext uri="{FF2B5EF4-FFF2-40B4-BE49-F238E27FC236}">
                <a16:creationId xmlns:a16="http://schemas.microsoft.com/office/drawing/2014/main" id="{DD3B9801-8A0A-0CC6-FEE7-0E721EA1372B}"/>
              </a:ext>
            </a:extLst>
          </p:cNvPr>
          <p:cNvSpPr txBox="1"/>
          <p:nvPr/>
        </p:nvSpPr>
        <p:spPr>
          <a:xfrm>
            <a:off x="3634317" y="3302282"/>
            <a:ext cx="1875365" cy="523220"/>
          </a:xfrm>
          <a:prstGeom prst="rect">
            <a:avLst/>
          </a:prstGeom>
          <a:noFill/>
        </p:spPr>
        <p:txBody>
          <a:bodyPr wrap="square" rtlCol="0">
            <a:spAutoFit/>
          </a:bodyPr>
          <a:lstStyle/>
          <a:p>
            <a:pPr algn="ctr"/>
            <a:r>
              <a:rPr lang="en-US" dirty="0">
                <a:solidFill>
                  <a:srgbClr val="AB5130"/>
                </a:solidFill>
                <a:latin typeface="Press Start 2P" panose="00000500000000000000" pitchFamily="2" charset="0"/>
              </a:rPr>
              <a:t>Survive ride</a:t>
            </a:r>
          </a:p>
        </p:txBody>
      </p:sp>
      <p:sp>
        <p:nvSpPr>
          <p:cNvPr id="11" name="TextBox 10">
            <a:extLst>
              <a:ext uri="{FF2B5EF4-FFF2-40B4-BE49-F238E27FC236}">
                <a16:creationId xmlns:a16="http://schemas.microsoft.com/office/drawing/2014/main" id="{6962D20E-03EE-53B7-81AD-6ABEE4E53BFC}"/>
              </a:ext>
            </a:extLst>
          </p:cNvPr>
          <p:cNvSpPr txBox="1"/>
          <p:nvPr/>
        </p:nvSpPr>
        <p:spPr>
          <a:xfrm>
            <a:off x="1523065" y="2243815"/>
            <a:ext cx="2151092" cy="523220"/>
          </a:xfrm>
          <a:prstGeom prst="rect">
            <a:avLst/>
          </a:prstGeom>
          <a:noFill/>
        </p:spPr>
        <p:txBody>
          <a:bodyPr wrap="square" rtlCol="0">
            <a:spAutoFit/>
          </a:bodyPr>
          <a:lstStyle/>
          <a:p>
            <a:pPr algn="ctr"/>
            <a:r>
              <a:rPr lang="en-US" dirty="0">
                <a:solidFill>
                  <a:srgbClr val="3B7D4F"/>
                </a:solidFill>
                <a:latin typeface="Press Start 2P" panose="00000500000000000000" pitchFamily="2" charset="0"/>
              </a:rPr>
              <a:t>Unlock </a:t>
            </a:r>
          </a:p>
          <a:p>
            <a:pPr algn="ctr"/>
            <a:r>
              <a:rPr lang="en-US" dirty="0">
                <a:solidFill>
                  <a:srgbClr val="3B7D4F"/>
                </a:solidFill>
                <a:latin typeface="Press Start 2P" panose="00000500000000000000" pitchFamily="2" charset="0"/>
              </a:rPr>
              <a:t>new stuff</a:t>
            </a:r>
          </a:p>
        </p:txBody>
      </p:sp>
      <p:sp>
        <p:nvSpPr>
          <p:cNvPr id="19" name="Arrow: Bent 18">
            <a:extLst>
              <a:ext uri="{FF2B5EF4-FFF2-40B4-BE49-F238E27FC236}">
                <a16:creationId xmlns:a16="http://schemas.microsoft.com/office/drawing/2014/main" id="{519C639E-FD6E-0639-E043-9475A0AE206F}"/>
              </a:ext>
            </a:extLst>
          </p:cNvPr>
          <p:cNvSpPr/>
          <p:nvPr/>
        </p:nvSpPr>
        <p:spPr>
          <a:xfrm rot="5400000">
            <a:off x="5688794" y="1486979"/>
            <a:ext cx="611370" cy="699519"/>
          </a:xfrm>
          <a:prstGeom prst="bentArrow">
            <a:avLst/>
          </a:prstGeom>
          <a:solidFill>
            <a:schemeClr val="accent4"/>
          </a:solidFill>
          <a:ln>
            <a:solidFill>
              <a:srgbClr val="8F4D5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0" name="Arrow: Bent 19">
            <a:extLst>
              <a:ext uri="{FF2B5EF4-FFF2-40B4-BE49-F238E27FC236}">
                <a16:creationId xmlns:a16="http://schemas.microsoft.com/office/drawing/2014/main" id="{BE208F65-1ACD-404F-5122-8FDC916CD14A}"/>
              </a:ext>
            </a:extLst>
          </p:cNvPr>
          <p:cNvSpPr/>
          <p:nvPr/>
        </p:nvSpPr>
        <p:spPr>
          <a:xfrm rot="10800000">
            <a:off x="5536659" y="2952522"/>
            <a:ext cx="699520" cy="699519"/>
          </a:xfrm>
          <a:prstGeom prst="bentArrow">
            <a:avLst/>
          </a:prstGeom>
          <a:solidFill>
            <a:schemeClr val="accent4"/>
          </a:solidFill>
          <a:ln>
            <a:solidFill>
              <a:srgbClr val="8F4D5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1" name="Arrow: Bent 20">
            <a:extLst>
              <a:ext uri="{FF2B5EF4-FFF2-40B4-BE49-F238E27FC236}">
                <a16:creationId xmlns:a16="http://schemas.microsoft.com/office/drawing/2014/main" id="{35A091DE-053F-722E-EBE5-6B30D094BEAD}"/>
              </a:ext>
            </a:extLst>
          </p:cNvPr>
          <p:cNvSpPr/>
          <p:nvPr/>
        </p:nvSpPr>
        <p:spPr>
          <a:xfrm rot="16200000">
            <a:off x="2799757" y="2861912"/>
            <a:ext cx="699520" cy="699519"/>
          </a:xfrm>
          <a:prstGeom prst="bentArrow">
            <a:avLst/>
          </a:prstGeom>
          <a:solidFill>
            <a:schemeClr val="accent4"/>
          </a:solidFill>
          <a:ln>
            <a:solidFill>
              <a:srgbClr val="8F4D5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4" name="Arrow: Bent 23">
            <a:extLst>
              <a:ext uri="{FF2B5EF4-FFF2-40B4-BE49-F238E27FC236}">
                <a16:creationId xmlns:a16="http://schemas.microsoft.com/office/drawing/2014/main" id="{ABF46C45-0C82-49E1-762D-07CB71828AA5}"/>
              </a:ext>
            </a:extLst>
          </p:cNvPr>
          <p:cNvSpPr/>
          <p:nvPr/>
        </p:nvSpPr>
        <p:spPr>
          <a:xfrm>
            <a:off x="2882175" y="1468783"/>
            <a:ext cx="617102" cy="680156"/>
          </a:xfrm>
          <a:prstGeom prst="bentArrow">
            <a:avLst>
              <a:gd name="adj1" fmla="val 25000"/>
              <a:gd name="adj2" fmla="val 25000"/>
              <a:gd name="adj3" fmla="val 25000"/>
              <a:gd name="adj4" fmla="val 43750"/>
            </a:avLst>
          </a:prstGeom>
          <a:solidFill>
            <a:schemeClr val="accent4"/>
          </a:solidFill>
          <a:ln>
            <a:solidFill>
              <a:srgbClr val="8F4D5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6" name="Google Shape;999;p37">
            <a:extLst>
              <a:ext uri="{FF2B5EF4-FFF2-40B4-BE49-F238E27FC236}">
                <a16:creationId xmlns:a16="http://schemas.microsoft.com/office/drawing/2014/main" id="{1FE58226-C9BB-533D-9C74-0BDAC7965A38}"/>
              </a:ext>
            </a:extLst>
          </p:cNvPr>
          <p:cNvSpPr txBox="1">
            <a:spLocks noGrp="1"/>
          </p:cNvSpPr>
          <p:nvPr>
            <p:ph type="title"/>
          </p:nvPr>
        </p:nvSpPr>
        <p:spPr>
          <a:xfrm>
            <a:off x="717447" y="225477"/>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2400" dirty="0">
                <a:solidFill>
                  <a:srgbClr val="AB5130"/>
                </a:solidFill>
              </a:rPr>
              <a:t>Core Loop</a:t>
            </a:r>
            <a:endParaRPr sz="2400" dirty="0">
              <a:solidFill>
                <a:srgbClr val="AB5130"/>
              </a:solidFill>
            </a:endParaRPr>
          </a:p>
        </p:txBody>
      </p:sp>
      <p:pic>
        <p:nvPicPr>
          <p:cNvPr id="28" name="Picture 27" descr="A pixelated image of a person&#10;&#10;AI-generated content may be incorrect.">
            <a:extLst>
              <a:ext uri="{FF2B5EF4-FFF2-40B4-BE49-F238E27FC236}">
                <a16:creationId xmlns:a16="http://schemas.microsoft.com/office/drawing/2014/main" id="{FE307EF4-372B-75C5-7547-8272A8BBEDD3}"/>
              </a:ext>
            </a:extLst>
          </p:cNvPr>
          <p:cNvPicPr>
            <a:picLocks noChangeAspect="1"/>
          </p:cNvPicPr>
          <p:nvPr/>
        </p:nvPicPr>
        <p:blipFill>
          <a:blip r:embed="rId2"/>
          <a:stretch>
            <a:fillRect/>
          </a:stretch>
        </p:blipFill>
        <p:spPr>
          <a:xfrm>
            <a:off x="4063503" y="2130598"/>
            <a:ext cx="1016989" cy="884338"/>
          </a:xfrm>
          <a:prstGeom prst="rect">
            <a:avLst/>
          </a:prstGeom>
        </p:spPr>
      </p:pic>
    </p:spTree>
    <p:extLst>
      <p:ext uri="{BB962C8B-B14F-4D97-AF65-F5344CB8AC3E}">
        <p14:creationId xmlns:p14="http://schemas.microsoft.com/office/powerpoint/2010/main" val="34701258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69A2DC82-5308-B4D3-F2AB-4C5F2D8CAD34}"/>
            </a:ext>
          </a:extLst>
        </p:cNvPr>
        <p:cNvGrpSpPr/>
        <p:nvPr/>
      </p:nvGrpSpPr>
      <p:grpSpPr>
        <a:xfrm>
          <a:off x="0" y="0"/>
          <a:ext cx="0" cy="0"/>
          <a:chOff x="0" y="0"/>
          <a:chExt cx="0" cy="0"/>
        </a:xfrm>
      </p:grpSpPr>
      <p:sp>
        <p:nvSpPr>
          <p:cNvPr id="999" name="Google Shape;999;p37">
            <a:extLst>
              <a:ext uri="{FF2B5EF4-FFF2-40B4-BE49-F238E27FC236}">
                <a16:creationId xmlns:a16="http://schemas.microsoft.com/office/drawing/2014/main" id="{1E865F3C-5357-2E0A-FC78-539FB5E7DDA2}"/>
              </a:ext>
            </a:extLst>
          </p:cNvPr>
          <p:cNvSpPr txBox="1">
            <a:spLocks noGrp="1"/>
          </p:cNvSpPr>
          <p:nvPr>
            <p:ph type="title"/>
          </p:nvPr>
        </p:nvSpPr>
        <p:spPr>
          <a:xfrm>
            <a:off x="717450" y="225131"/>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2400" dirty="0">
                <a:solidFill>
                  <a:srgbClr val="AB5130"/>
                </a:solidFill>
              </a:rPr>
              <a:t>Key Features</a:t>
            </a:r>
            <a:endParaRPr sz="2400" dirty="0">
              <a:solidFill>
                <a:srgbClr val="AB5130"/>
              </a:solidFill>
            </a:endParaRPr>
          </a:p>
        </p:txBody>
      </p:sp>
      <p:sp>
        <p:nvSpPr>
          <p:cNvPr id="1000" name="Google Shape;1000;p37">
            <a:extLst>
              <a:ext uri="{FF2B5EF4-FFF2-40B4-BE49-F238E27FC236}">
                <a16:creationId xmlns:a16="http://schemas.microsoft.com/office/drawing/2014/main" id="{BCFCE1A6-28CC-9EF8-2D9A-E51D0ABB963F}"/>
              </a:ext>
            </a:extLst>
          </p:cNvPr>
          <p:cNvSpPr txBox="1">
            <a:spLocks noGrp="1"/>
          </p:cNvSpPr>
          <p:nvPr>
            <p:ph type="subTitle" idx="4294967295"/>
          </p:nvPr>
        </p:nvSpPr>
        <p:spPr>
          <a:xfrm>
            <a:off x="1470793" y="1068095"/>
            <a:ext cx="6202413" cy="1112837"/>
          </a:xfrm>
          <a:prstGeom prst="rect">
            <a:avLst/>
          </a:prstGeom>
        </p:spPr>
        <p:txBody>
          <a:bodyPr spcFirstLastPara="1" wrap="square" lIns="91425" tIns="91425" rIns="91425" bIns="91425" anchor="t" anchorCtr="0">
            <a:noAutofit/>
          </a:bodyPr>
          <a:lstStyle/>
          <a:p>
            <a:pPr marL="171450" indent="-171450">
              <a:lnSpc>
                <a:spcPct val="100000"/>
              </a:lnSpc>
              <a:buClr>
                <a:srgbClr val="8F4D57"/>
              </a:buClr>
              <a:buSzPts val="1100"/>
              <a:buFont typeface="Press Start 2P" panose="00000500000000000000" pitchFamily="2" charset="0"/>
              <a:buChar char="★"/>
            </a:pPr>
            <a:r>
              <a:rPr lang="en-US" sz="1000" dirty="0">
                <a:solidFill>
                  <a:srgbClr val="8F4D57"/>
                </a:solidFill>
                <a:latin typeface="Press Start 2P" panose="00000500000000000000" pitchFamily="2" charset="0"/>
              </a:rPr>
              <a:t>Unique blend of grotesque horror and comedy.</a:t>
            </a:r>
          </a:p>
          <a:p>
            <a:pPr marL="171450" indent="-171450">
              <a:lnSpc>
                <a:spcPct val="100000"/>
              </a:lnSpc>
              <a:buClr>
                <a:srgbClr val="8F4D57"/>
              </a:buClr>
              <a:buSzPts val="1100"/>
              <a:buFont typeface="Press Start 2P" panose="00000500000000000000" pitchFamily="2" charset="0"/>
              <a:buChar char="★"/>
            </a:pPr>
            <a:endParaRPr lang="en-US" sz="1000" dirty="0">
              <a:solidFill>
                <a:srgbClr val="8F4D57"/>
              </a:solidFill>
              <a:latin typeface="Press Start 2P" panose="00000500000000000000" pitchFamily="2" charset="0"/>
            </a:endParaRPr>
          </a:p>
          <a:p>
            <a:pPr marL="171450" indent="-171450">
              <a:lnSpc>
                <a:spcPct val="100000"/>
              </a:lnSpc>
              <a:buClr>
                <a:srgbClr val="8F4D57"/>
              </a:buClr>
              <a:buSzPts val="1100"/>
              <a:buFont typeface="Press Start 2P" panose="00000500000000000000" pitchFamily="2" charset="0"/>
              <a:buChar char="★"/>
            </a:pPr>
            <a:r>
              <a:rPr lang="en-US" sz="1000" dirty="0">
                <a:solidFill>
                  <a:srgbClr val="8F4D57"/>
                </a:solidFill>
                <a:latin typeface="Press Start 2P" panose="00000500000000000000" pitchFamily="2" charset="0"/>
              </a:rPr>
              <a:t>Procedurally generated levels, unpredictable every run.</a:t>
            </a:r>
          </a:p>
          <a:p>
            <a:pPr marL="171450" indent="-171450">
              <a:lnSpc>
                <a:spcPct val="100000"/>
              </a:lnSpc>
              <a:buClr>
                <a:srgbClr val="8F4D57"/>
              </a:buClr>
              <a:buSzPts val="1100"/>
              <a:buFont typeface="Press Start 2P" panose="00000500000000000000" pitchFamily="2" charset="0"/>
              <a:buChar char="★"/>
            </a:pPr>
            <a:endParaRPr lang="en-US" sz="1000" dirty="0">
              <a:solidFill>
                <a:srgbClr val="8F4D57"/>
              </a:solidFill>
              <a:latin typeface="Press Start 2P" panose="00000500000000000000" pitchFamily="2" charset="0"/>
            </a:endParaRPr>
          </a:p>
          <a:p>
            <a:pPr marL="171450" indent="-171450">
              <a:lnSpc>
                <a:spcPct val="100000"/>
              </a:lnSpc>
              <a:buClr>
                <a:srgbClr val="8F4D57"/>
              </a:buClr>
              <a:buSzPts val="1100"/>
              <a:buFont typeface="Press Start 2P" panose="00000500000000000000" pitchFamily="2" charset="0"/>
              <a:buChar char="★"/>
            </a:pPr>
            <a:r>
              <a:rPr lang="en-US" sz="1000" dirty="0">
                <a:solidFill>
                  <a:srgbClr val="8F4D57"/>
                </a:solidFill>
                <a:latin typeface="Press Start 2P" panose="00000500000000000000" pitchFamily="2" charset="0"/>
              </a:rPr>
              <a:t>Atmospheric 2D lighting — sometimes only your items can pierce it.</a:t>
            </a:r>
          </a:p>
          <a:p>
            <a:pPr marL="171450" indent="-171450">
              <a:lnSpc>
                <a:spcPct val="100000"/>
              </a:lnSpc>
              <a:buClr>
                <a:srgbClr val="8F4D57"/>
              </a:buClr>
              <a:buSzPts val="1100"/>
              <a:buFont typeface="Press Start 2P" panose="00000500000000000000" pitchFamily="2" charset="0"/>
              <a:buChar char="★"/>
            </a:pPr>
            <a:endParaRPr lang="en-US" sz="1000" dirty="0">
              <a:solidFill>
                <a:srgbClr val="8F4D57"/>
              </a:solidFill>
              <a:latin typeface="Press Start 2P" panose="00000500000000000000" pitchFamily="2" charset="0"/>
            </a:endParaRPr>
          </a:p>
          <a:p>
            <a:pPr marL="171450" indent="-171450">
              <a:lnSpc>
                <a:spcPct val="100000"/>
              </a:lnSpc>
              <a:buClr>
                <a:srgbClr val="8F4D57"/>
              </a:buClr>
              <a:buSzPts val="1100"/>
              <a:buFont typeface="Press Start 2P" panose="00000500000000000000" pitchFamily="2" charset="0"/>
              <a:buChar char="★"/>
            </a:pPr>
            <a:r>
              <a:rPr lang="en-US" sz="1000" dirty="0">
                <a:solidFill>
                  <a:srgbClr val="8F4D57"/>
                </a:solidFill>
                <a:latin typeface="Press Start 2P" panose="00000500000000000000" pitchFamily="2" charset="0"/>
              </a:rPr>
              <a:t>Earn tickets and exchange them for strange but useful souvenirs.</a:t>
            </a:r>
          </a:p>
          <a:p>
            <a:pPr marL="171450" indent="-171450">
              <a:lnSpc>
                <a:spcPct val="100000"/>
              </a:lnSpc>
              <a:buClr>
                <a:srgbClr val="8F4D57"/>
              </a:buClr>
              <a:buSzPts val="1100"/>
              <a:buFont typeface="Press Start 2P" panose="00000500000000000000" pitchFamily="2" charset="0"/>
              <a:buChar char="★"/>
            </a:pPr>
            <a:endParaRPr lang="en-US" sz="1000" dirty="0">
              <a:solidFill>
                <a:srgbClr val="8F4D57"/>
              </a:solidFill>
              <a:latin typeface="Press Start 2P" panose="00000500000000000000" pitchFamily="2" charset="0"/>
            </a:endParaRPr>
          </a:p>
          <a:p>
            <a:pPr marL="171450" indent="-171450">
              <a:lnSpc>
                <a:spcPct val="100000"/>
              </a:lnSpc>
              <a:buClr>
                <a:srgbClr val="8F4D57"/>
              </a:buClr>
              <a:buSzPts val="1100"/>
              <a:buFont typeface="Press Start 2P" panose="00000500000000000000" pitchFamily="2" charset="0"/>
              <a:buChar char="★"/>
            </a:pPr>
            <a:r>
              <a:rPr lang="en-US" sz="1000" dirty="0">
                <a:solidFill>
                  <a:srgbClr val="8F4D57"/>
                </a:solidFill>
                <a:latin typeface="Press Start 2P" panose="00000500000000000000" pitchFamily="2" charset="0"/>
              </a:rPr>
              <a:t>Absurd cast: Mandinga the demon, Sister Ham, and twisted celebrities.</a:t>
            </a:r>
          </a:p>
          <a:p>
            <a:pPr marL="171450" indent="-171450">
              <a:lnSpc>
                <a:spcPct val="100000"/>
              </a:lnSpc>
              <a:buClr>
                <a:srgbClr val="8F4D57"/>
              </a:buClr>
              <a:buSzPts val="1100"/>
              <a:buFont typeface="Press Start 2P" panose="00000500000000000000" pitchFamily="2" charset="0"/>
              <a:buChar char="★"/>
            </a:pPr>
            <a:endParaRPr lang="en-US" sz="1000" dirty="0">
              <a:solidFill>
                <a:srgbClr val="8F4D57"/>
              </a:solidFill>
              <a:latin typeface="Press Start 2P" panose="00000500000000000000" pitchFamily="2" charset="0"/>
            </a:endParaRPr>
          </a:p>
          <a:p>
            <a:pPr marL="171450" indent="-171450">
              <a:lnSpc>
                <a:spcPct val="100000"/>
              </a:lnSpc>
              <a:buClr>
                <a:srgbClr val="8F4D57"/>
              </a:buClr>
              <a:buSzPts val="1100"/>
              <a:buFont typeface="Press Start 2P" panose="00000500000000000000" pitchFamily="2" charset="0"/>
              <a:buChar char="★"/>
            </a:pPr>
            <a:r>
              <a:rPr lang="en-US" sz="1000" dirty="0">
                <a:solidFill>
                  <a:srgbClr val="8F4D57"/>
                </a:solidFill>
                <a:latin typeface="Press Start 2P" panose="00000500000000000000" pitchFamily="2" charset="0"/>
              </a:rPr>
              <a:t>’90s-inspired jazzy MIDI soundtrack.</a:t>
            </a:r>
          </a:p>
          <a:p>
            <a:pPr marL="171450" indent="-171450">
              <a:lnSpc>
                <a:spcPct val="150000"/>
              </a:lnSpc>
              <a:buClr>
                <a:srgbClr val="8F4D57"/>
              </a:buClr>
              <a:buSzPts val="1100"/>
              <a:buFont typeface="Press Start 2P" panose="00000500000000000000" pitchFamily="2" charset="0"/>
              <a:buChar char="★"/>
            </a:pPr>
            <a:endParaRPr lang="en-US" sz="1000" dirty="0">
              <a:solidFill>
                <a:srgbClr val="8F4D57"/>
              </a:solidFill>
              <a:latin typeface="Press Start 2P" panose="00000500000000000000" pitchFamily="2" charset="0"/>
            </a:endParaRPr>
          </a:p>
          <a:p>
            <a:pPr marL="171450" indent="-171450">
              <a:lnSpc>
                <a:spcPct val="100000"/>
              </a:lnSpc>
              <a:buClr>
                <a:srgbClr val="8F4D57"/>
              </a:buClr>
              <a:buSzPts val="1100"/>
              <a:buFont typeface="Press Start 2P" panose="00000500000000000000" pitchFamily="2" charset="0"/>
              <a:buChar char="★"/>
            </a:pPr>
            <a:r>
              <a:rPr lang="en-US" sz="1000" dirty="0">
                <a:solidFill>
                  <a:srgbClr val="8F4D57"/>
                </a:solidFill>
                <a:latin typeface="Press Start 2P" panose="00000500000000000000" pitchFamily="2" charset="0"/>
              </a:rPr>
              <a:t>Risk/reward mechanics: optional bosses, hidden rooms, and secrets.</a:t>
            </a:r>
          </a:p>
        </p:txBody>
      </p:sp>
    </p:spTree>
    <p:extLst>
      <p:ext uri="{BB962C8B-B14F-4D97-AF65-F5344CB8AC3E}">
        <p14:creationId xmlns:p14="http://schemas.microsoft.com/office/powerpoint/2010/main" val="39239339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bject 2">
            <a:extLst>
              <a:ext uri="{FF2B5EF4-FFF2-40B4-BE49-F238E27FC236}">
                <a16:creationId xmlns:a16="http://schemas.microsoft.com/office/drawing/2014/main" id="{07CBC33B-E902-C9C1-E4A2-DB31CB7DE3A1}"/>
              </a:ext>
            </a:extLst>
          </p:cNvPr>
          <p:cNvGraphicFramePr>
            <a:graphicFrameLocks noChangeAspect="1"/>
          </p:cNvGraphicFramePr>
          <p:nvPr>
            <p:extLst>
              <p:ext uri="{D42A27DB-BD31-4B8C-83A1-F6EECF244321}">
                <p14:modId xmlns:p14="http://schemas.microsoft.com/office/powerpoint/2010/main" val="3869914966"/>
              </p:ext>
            </p:extLst>
          </p:nvPr>
        </p:nvGraphicFramePr>
        <p:xfrm>
          <a:off x="0" y="0"/>
          <a:ext cx="9144000" cy="5143500"/>
        </p:xfrm>
        <a:graphic>
          <a:graphicData uri="http://schemas.openxmlformats.org/presentationml/2006/ole">
            <mc:AlternateContent xmlns:mc="http://schemas.openxmlformats.org/markup-compatibility/2006">
              <mc:Choice xmlns:v="urn:schemas-microsoft-com:vml" Requires="v">
                <p:oleObj r:id="rId2" imgW="23457131" imgH="13194723" progId="">
                  <p:embed/>
                </p:oleObj>
              </mc:Choice>
              <mc:Fallback>
                <p:oleObj r:id="rId2" imgW="23457131" imgH="13194723" progId="">
                  <p:embed/>
                  <p:pic>
                    <p:nvPicPr>
                      <p:cNvPr id="0" name=""/>
                      <p:cNvPicPr/>
                      <p:nvPr/>
                    </p:nvPicPr>
                    <p:blipFill>
                      <a:blip r:embed="rId3"/>
                      <a:stretch>
                        <a:fillRect/>
                      </a:stretch>
                    </p:blipFill>
                    <p:spPr>
                      <a:xfrm>
                        <a:off x="0" y="0"/>
                        <a:ext cx="9144000" cy="5143500"/>
                      </a:xfrm>
                      <a:prstGeom prst="rect">
                        <a:avLst/>
                      </a:prstGeom>
                    </p:spPr>
                  </p:pic>
                </p:oleObj>
              </mc:Fallback>
            </mc:AlternateContent>
          </a:graphicData>
        </a:graphic>
      </p:graphicFrame>
    </p:spTree>
    <p:extLst>
      <p:ext uri="{BB962C8B-B14F-4D97-AF65-F5344CB8AC3E}">
        <p14:creationId xmlns:p14="http://schemas.microsoft.com/office/powerpoint/2010/main" val="29704747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bject 2">
            <a:extLst>
              <a:ext uri="{FF2B5EF4-FFF2-40B4-BE49-F238E27FC236}">
                <a16:creationId xmlns:a16="http://schemas.microsoft.com/office/drawing/2014/main" id="{AE691B5A-1392-38BA-3EF5-742B618FEBE5}"/>
              </a:ext>
            </a:extLst>
          </p:cNvPr>
          <p:cNvGraphicFramePr>
            <a:graphicFrameLocks noChangeAspect="1"/>
          </p:cNvGraphicFramePr>
          <p:nvPr>
            <p:extLst>
              <p:ext uri="{D42A27DB-BD31-4B8C-83A1-F6EECF244321}">
                <p14:modId xmlns:p14="http://schemas.microsoft.com/office/powerpoint/2010/main" val="823675194"/>
              </p:ext>
            </p:extLst>
          </p:nvPr>
        </p:nvGraphicFramePr>
        <p:xfrm>
          <a:off x="0" y="0"/>
          <a:ext cx="9144000" cy="5143500"/>
        </p:xfrm>
        <a:graphic>
          <a:graphicData uri="http://schemas.openxmlformats.org/presentationml/2006/ole">
            <mc:AlternateContent xmlns:mc="http://schemas.openxmlformats.org/markup-compatibility/2006">
              <mc:Choice xmlns:v="urn:schemas-microsoft-com:vml" Requires="v">
                <p:oleObj r:id="rId2" imgW="23457131" imgH="13194723" progId="">
                  <p:embed/>
                </p:oleObj>
              </mc:Choice>
              <mc:Fallback>
                <p:oleObj r:id="rId2" imgW="23457131" imgH="13194723" progId="">
                  <p:embed/>
                  <p:pic>
                    <p:nvPicPr>
                      <p:cNvPr id="0" name=""/>
                      <p:cNvPicPr/>
                      <p:nvPr/>
                    </p:nvPicPr>
                    <p:blipFill>
                      <a:blip r:embed="rId3"/>
                      <a:stretch>
                        <a:fillRect/>
                      </a:stretch>
                    </p:blipFill>
                    <p:spPr>
                      <a:xfrm>
                        <a:off x="0" y="0"/>
                        <a:ext cx="9144000" cy="5143500"/>
                      </a:xfrm>
                      <a:prstGeom prst="rect">
                        <a:avLst/>
                      </a:prstGeom>
                    </p:spPr>
                  </p:pic>
                </p:oleObj>
              </mc:Fallback>
            </mc:AlternateContent>
          </a:graphicData>
        </a:graphic>
      </p:graphicFrame>
    </p:spTree>
    <p:extLst>
      <p:ext uri="{BB962C8B-B14F-4D97-AF65-F5344CB8AC3E}">
        <p14:creationId xmlns:p14="http://schemas.microsoft.com/office/powerpoint/2010/main" val="12538528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Object 1">
            <a:extLst>
              <a:ext uri="{FF2B5EF4-FFF2-40B4-BE49-F238E27FC236}">
                <a16:creationId xmlns:a16="http://schemas.microsoft.com/office/drawing/2014/main" id="{BE986D8D-679B-DF16-78D6-36A609285C67}"/>
              </a:ext>
            </a:extLst>
          </p:cNvPr>
          <p:cNvGraphicFramePr>
            <a:graphicFrameLocks noChangeAspect="1"/>
          </p:cNvGraphicFramePr>
          <p:nvPr>
            <p:extLst>
              <p:ext uri="{D42A27DB-BD31-4B8C-83A1-F6EECF244321}">
                <p14:modId xmlns:p14="http://schemas.microsoft.com/office/powerpoint/2010/main" val="1568207707"/>
              </p:ext>
            </p:extLst>
          </p:nvPr>
        </p:nvGraphicFramePr>
        <p:xfrm>
          <a:off x="0" y="0"/>
          <a:ext cx="9144000" cy="5143500"/>
        </p:xfrm>
        <a:graphic>
          <a:graphicData uri="http://schemas.openxmlformats.org/presentationml/2006/ole">
            <mc:AlternateContent xmlns:mc="http://schemas.openxmlformats.org/markup-compatibility/2006">
              <mc:Choice xmlns:v="urn:schemas-microsoft-com:vml" Requires="v">
                <p:oleObj r:id="rId2" imgW="23457131" imgH="13194723" progId="">
                  <p:embed/>
                </p:oleObj>
              </mc:Choice>
              <mc:Fallback>
                <p:oleObj r:id="rId2" imgW="23457131" imgH="13194723" progId="">
                  <p:embed/>
                  <p:pic>
                    <p:nvPicPr>
                      <p:cNvPr id="0" name=""/>
                      <p:cNvPicPr/>
                      <p:nvPr/>
                    </p:nvPicPr>
                    <p:blipFill>
                      <a:blip r:embed="rId3"/>
                      <a:stretch>
                        <a:fillRect/>
                      </a:stretch>
                    </p:blipFill>
                    <p:spPr>
                      <a:xfrm>
                        <a:off x="0" y="0"/>
                        <a:ext cx="9144000" cy="5143500"/>
                      </a:xfrm>
                      <a:prstGeom prst="rect">
                        <a:avLst/>
                      </a:prstGeom>
                    </p:spPr>
                  </p:pic>
                </p:oleObj>
              </mc:Fallback>
            </mc:AlternateContent>
          </a:graphicData>
        </a:graphic>
      </p:graphicFrame>
      <p:sp>
        <p:nvSpPr>
          <p:cNvPr id="3" name="TextBox 2">
            <a:extLst>
              <a:ext uri="{FF2B5EF4-FFF2-40B4-BE49-F238E27FC236}">
                <a16:creationId xmlns:a16="http://schemas.microsoft.com/office/drawing/2014/main" id="{69C3ACD7-63EA-AD11-D4E3-7D8D477A2334}"/>
              </a:ext>
            </a:extLst>
          </p:cNvPr>
          <p:cNvSpPr txBox="1"/>
          <p:nvPr/>
        </p:nvSpPr>
        <p:spPr>
          <a:xfrm>
            <a:off x="6168853" y="104932"/>
            <a:ext cx="2877711" cy="307777"/>
          </a:xfrm>
          <a:prstGeom prst="rect">
            <a:avLst/>
          </a:prstGeom>
          <a:noFill/>
        </p:spPr>
        <p:txBody>
          <a:bodyPr wrap="none" rtlCol="0">
            <a:spAutoFit/>
          </a:bodyPr>
          <a:lstStyle/>
          <a:p>
            <a:r>
              <a:rPr lang="en-US" dirty="0">
                <a:solidFill>
                  <a:srgbClr val="8F4D57"/>
                </a:solidFill>
                <a:latin typeface="Press Start 2P" panose="00000500000000000000" pitchFamily="2" charset="0"/>
              </a:rPr>
              <a:t>Lighting system</a:t>
            </a:r>
          </a:p>
        </p:txBody>
      </p:sp>
    </p:spTree>
    <p:extLst>
      <p:ext uri="{BB962C8B-B14F-4D97-AF65-F5344CB8AC3E}">
        <p14:creationId xmlns:p14="http://schemas.microsoft.com/office/powerpoint/2010/main" val="20698427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Object 1">
            <a:extLst>
              <a:ext uri="{FF2B5EF4-FFF2-40B4-BE49-F238E27FC236}">
                <a16:creationId xmlns:a16="http://schemas.microsoft.com/office/drawing/2014/main" id="{B8F103BA-FE0A-AA41-EBEC-DC6531E5551D}"/>
              </a:ext>
            </a:extLst>
          </p:cNvPr>
          <p:cNvGraphicFramePr>
            <a:graphicFrameLocks noChangeAspect="1"/>
          </p:cNvGraphicFramePr>
          <p:nvPr>
            <p:extLst>
              <p:ext uri="{D42A27DB-BD31-4B8C-83A1-F6EECF244321}">
                <p14:modId xmlns:p14="http://schemas.microsoft.com/office/powerpoint/2010/main" val="318484214"/>
              </p:ext>
            </p:extLst>
          </p:nvPr>
        </p:nvGraphicFramePr>
        <p:xfrm>
          <a:off x="0" y="0"/>
          <a:ext cx="9144000" cy="5143500"/>
        </p:xfrm>
        <a:graphic>
          <a:graphicData uri="http://schemas.openxmlformats.org/presentationml/2006/ole">
            <mc:AlternateContent xmlns:mc="http://schemas.openxmlformats.org/markup-compatibility/2006">
              <mc:Choice xmlns:v="urn:schemas-microsoft-com:vml" Requires="v">
                <p:oleObj r:id="rId2" imgW="23457131" imgH="13194723" progId="">
                  <p:embed/>
                </p:oleObj>
              </mc:Choice>
              <mc:Fallback>
                <p:oleObj r:id="rId2" imgW="23457131" imgH="13194723" progId="">
                  <p:embed/>
                  <p:pic>
                    <p:nvPicPr>
                      <p:cNvPr id="0" name=""/>
                      <p:cNvPicPr/>
                      <p:nvPr/>
                    </p:nvPicPr>
                    <p:blipFill>
                      <a:blip r:embed="rId3"/>
                      <a:stretch>
                        <a:fillRect/>
                      </a:stretch>
                    </p:blipFill>
                    <p:spPr>
                      <a:xfrm>
                        <a:off x="0" y="0"/>
                        <a:ext cx="9144000" cy="5143500"/>
                      </a:xfrm>
                      <a:prstGeom prst="rect">
                        <a:avLst/>
                      </a:prstGeom>
                    </p:spPr>
                  </p:pic>
                </p:oleObj>
              </mc:Fallback>
            </mc:AlternateContent>
          </a:graphicData>
        </a:graphic>
      </p:graphicFrame>
    </p:spTree>
    <p:extLst>
      <p:ext uri="{BB962C8B-B14F-4D97-AF65-F5344CB8AC3E}">
        <p14:creationId xmlns:p14="http://schemas.microsoft.com/office/powerpoint/2010/main" val="14210573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Object 1">
            <a:extLst>
              <a:ext uri="{FF2B5EF4-FFF2-40B4-BE49-F238E27FC236}">
                <a16:creationId xmlns:a16="http://schemas.microsoft.com/office/drawing/2014/main" id="{0609FE13-086A-FABE-04FF-6CEC053EBD8D}"/>
              </a:ext>
            </a:extLst>
          </p:cNvPr>
          <p:cNvGraphicFramePr>
            <a:graphicFrameLocks noChangeAspect="1"/>
          </p:cNvGraphicFramePr>
          <p:nvPr>
            <p:extLst>
              <p:ext uri="{D42A27DB-BD31-4B8C-83A1-F6EECF244321}">
                <p14:modId xmlns:p14="http://schemas.microsoft.com/office/powerpoint/2010/main" val="918652787"/>
              </p:ext>
            </p:extLst>
          </p:nvPr>
        </p:nvGraphicFramePr>
        <p:xfrm>
          <a:off x="0" y="0"/>
          <a:ext cx="9144000" cy="5143500"/>
        </p:xfrm>
        <a:graphic>
          <a:graphicData uri="http://schemas.openxmlformats.org/presentationml/2006/ole">
            <mc:AlternateContent xmlns:mc="http://schemas.openxmlformats.org/markup-compatibility/2006">
              <mc:Choice xmlns:v="urn:schemas-microsoft-com:vml" Requires="v">
                <p:oleObj r:id="rId2" imgW="23457131" imgH="13194723" progId="">
                  <p:embed/>
                </p:oleObj>
              </mc:Choice>
              <mc:Fallback>
                <p:oleObj r:id="rId2" imgW="23457131" imgH="13194723" progId="">
                  <p:embed/>
                  <p:pic>
                    <p:nvPicPr>
                      <p:cNvPr id="0" name=""/>
                      <p:cNvPicPr/>
                      <p:nvPr/>
                    </p:nvPicPr>
                    <p:blipFill>
                      <a:blip r:embed="rId3"/>
                      <a:stretch>
                        <a:fillRect/>
                      </a:stretch>
                    </p:blipFill>
                    <p:spPr>
                      <a:xfrm>
                        <a:off x="0" y="0"/>
                        <a:ext cx="9144000" cy="5143500"/>
                      </a:xfrm>
                      <a:prstGeom prst="rect">
                        <a:avLst/>
                      </a:prstGeom>
                    </p:spPr>
                  </p:pic>
                </p:oleObj>
              </mc:Fallback>
            </mc:AlternateContent>
          </a:graphicData>
        </a:graphic>
      </p:graphicFrame>
    </p:spTree>
    <p:extLst>
      <p:ext uri="{BB962C8B-B14F-4D97-AF65-F5344CB8AC3E}">
        <p14:creationId xmlns:p14="http://schemas.microsoft.com/office/powerpoint/2010/main" val="6934569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Object 1">
            <a:extLst>
              <a:ext uri="{FF2B5EF4-FFF2-40B4-BE49-F238E27FC236}">
                <a16:creationId xmlns:a16="http://schemas.microsoft.com/office/drawing/2014/main" id="{B043CC30-6598-3FB3-BEFB-3E4EE54F8CC1}"/>
              </a:ext>
            </a:extLst>
          </p:cNvPr>
          <p:cNvGraphicFramePr>
            <a:graphicFrameLocks noChangeAspect="1"/>
          </p:cNvGraphicFramePr>
          <p:nvPr>
            <p:extLst>
              <p:ext uri="{D42A27DB-BD31-4B8C-83A1-F6EECF244321}">
                <p14:modId xmlns:p14="http://schemas.microsoft.com/office/powerpoint/2010/main" val="50610712"/>
              </p:ext>
            </p:extLst>
          </p:nvPr>
        </p:nvGraphicFramePr>
        <p:xfrm>
          <a:off x="0" y="0"/>
          <a:ext cx="9144000" cy="5143500"/>
        </p:xfrm>
        <a:graphic>
          <a:graphicData uri="http://schemas.openxmlformats.org/presentationml/2006/ole">
            <mc:AlternateContent xmlns:mc="http://schemas.openxmlformats.org/markup-compatibility/2006">
              <mc:Choice xmlns:v="urn:schemas-microsoft-com:vml" Requires="v">
                <p:oleObj r:id="rId2" imgW="23457131" imgH="13194723" progId="">
                  <p:embed/>
                </p:oleObj>
              </mc:Choice>
              <mc:Fallback>
                <p:oleObj r:id="rId2" imgW="23457131" imgH="13194723" progId="">
                  <p:embed/>
                  <p:pic>
                    <p:nvPicPr>
                      <p:cNvPr id="0" name=""/>
                      <p:cNvPicPr/>
                      <p:nvPr/>
                    </p:nvPicPr>
                    <p:blipFill>
                      <a:blip r:embed="rId3"/>
                      <a:stretch>
                        <a:fillRect/>
                      </a:stretch>
                    </p:blipFill>
                    <p:spPr>
                      <a:xfrm>
                        <a:off x="0" y="0"/>
                        <a:ext cx="9144000" cy="5143500"/>
                      </a:xfrm>
                      <a:prstGeom prst="rect">
                        <a:avLst/>
                      </a:prstGeom>
                    </p:spPr>
                  </p:pic>
                </p:oleObj>
              </mc:Fallback>
            </mc:AlternateContent>
          </a:graphicData>
        </a:graphic>
      </p:graphicFrame>
    </p:spTree>
    <p:extLst>
      <p:ext uri="{BB962C8B-B14F-4D97-AF65-F5344CB8AC3E}">
        <p14:creationId xmlns:p14="http://schemas.microsoft.com/office/powerpoint/2010/main" val="3188591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C2F54A8F-EF3B-1D1C-8DB9-0F87D8160AEB}"/>
            </a:ext>
          </a:extLst>
        </p:cNvPr>
        <p:cNvGrpSpPr/>
        <p:nvPr/>
      </p:nvGrpSpPr>
      <p:grpSpPr>
        <a:xfrm>
          <a:off x="0" y="0"/>
          <a:ext cx="0" cy="0"/>
          <a:chOff x="0" y="0"/>
          <a:chExt cx="0" cy="0"/>
        </a:xfrm>
      </p:grpSpPr>
      <p:sp>
        <p:nvSpPr>
          <p:cNvPr id="999" name="Google Shape;999;p37">
            <a:extLst>
              <a:ext uri="{FF2B5EF4-FFF2-40B4-BE49-F238E27FC236}">
                <a16:creationId xmlns:a16="http://schemas.microsoft.com/office/drawing/2014/main" id="{3FF335F1-C8A9-3024-0C02-3494A47B4C21}"/>
              </a:ext>
            </a:extLst>
          </p:cNvPr>
          <p:cNvSpPr txBox="1">
            <a:spLocks noGrp="1"/>
          </p:cNvSpPr>
          <p:nvPr>
            <p:ph type="title"/>
          </p:nvPr>
        </p:nvSpPr>
        <p:spPr>
          <a:xfrm>
            <a:off x="717424" y="315073"/>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US" sz="2400" dirty="0">
                <a:solidFill>
                  <a:srgbClr val="AB5130"/>
                </a:solidFill>
              </a:rPr>
              <a:t>Current Status</a:t>
            </a:r>
            <a:endParaRPr sz="2400" dirty="0">
              <a:solidFill>
                <a:srgbClr val="AB5130"/>
              </a:solidFill>
            </a:endParaRPr>
          </a:p>
        </p:txBody>
      </p:sp>
      <p:sp>
        <p:nvSpPr>
          <p:cNvPr id="1000" name="Google Shape;1000;p37">
            <a:extLst>
              <a:ext uri="{FF2B5EF4-FFF2-40B4-BE49-F238E27FC236}">
                <a16:creationId xmlns:a16="http://schemas.microsoft.com/office/drawing/2014/main" id="{9A015A17-98FF-7DD4-996D-009CB294E92E}"/>
              </a:ext>
            </a:extLst>
          </p:cNvPr>
          <p:cNvSpPr txBox="1">
            <a:spLocks noGrp="1"/>
          </p:cNvSpPr>
          <p:nvPr>
            <p:ph type="subTitle" idx="4294967295"/>
          </p:nvPr>
        </p:nvSpPr>
        <p:spPr>
          <a:xfrm>
            <a:off x="1338269" y="1080123"/>
            <a:ext cx="6467410" cy="1112838"/>
          </a:xfrm>
          <a:prstGeom prst="rect">
            <a:avLst/>
          </a:prstGeom>
          <a:ln>
            <a:noFill/>
          </a:ln>
        </p:spPr>
        <p:txBody>
          <a:bodyPr spcFirstLastPara="1" wrap="square" lIns="91425" tIns="91425" rIns="91425" bIns="91425" anchor="t" anchorCtr="0">
            <a:noAutofit/>
          </a:bodyPr>
          <a:lstStyle/>
          <a:p>
            <a:pPr marL="285750" indent="-285750" algn="l">
              <a:lnSpc>
                <a:spcPct val="100000"/>
              </a:lnSpc>
              <a:buClr>
                <a:srgbClr val="8F4D57"/>
              </a:buClr>
              <a:buSzPts val="1100"/>
              <a:buFont typeface="Press Start 2P" panose="00000500000000000000" pitchFamily="2" charset="0"/>
              <a:buChar char="★"/>
            </a:pPr>
            <a:r>
              <a:rPr lang="en-US" sz="1200" dirty="0">
                <a:solidFill>
                  <a:srgbClr val="8F4D57"/>
                </a:solidFill>
                <a:latin typeface="Press Start 2P" panose="00000500000000000000" pitchFamily="2" charset="0"/>
              </a:rPr>
              <a:t>Proprietary MonoGame/C# engine, proven across 3 shipped titles.</a:t>
            </a:r>
          </a:p>
          <a:p>
            <a:pPr marL="285750" indent="-285750" algn="l">
              <a:lnSpc>
                <a:spcPct val="100000"/>
              </a:lnSpc>
              <a:buClr>
                <a:srgbClr val="8F4D57"/>
              </a:buClr>
              <a:buSzPts val="1100"/>
              <a:buFont typeface="Press Start 2P" panose="00000500000000000000" pitchFamily="2" charset="0"/>
              <a:buChar char="★"/>
            </a:pPr>
            <a:endParaRPr lang="en-US" sz="1200" dirty="0">
              <a:solidFill>
                <a:srgbClr val="8F4D57"/>
              </a:solidFill>
              <a:latin typeface="Press Start 2P" panose="00000500000000000000" pitchFamily="2" charset="0"/>
            </a:endParaRPr>
          </a:p>
          <a:p>
            <a:pPr marL="285750" indent="-285750" algn="l">
              <a:lnSpc>
                <a:spcPct val="100000"/>
              </a:lnSpc>
              <a:buClr>
                <a:srgbClr val="8F4D57"/>
              </a:buClr>
              <a:buSzPts val="1100"/>
              <a:buFont typeface="Press Start 2P" panose="00000500000000000000" pitchFamily="2" charset="0"/>
              <a:buChar char="★"/>
            </a:pPr>
            <a:r>
              <a:rPr lang="en-US" sz="1200" dirty="0">
                <a:solidFill>
                  <a:srgbClr val="8F4D57"/>
                </a:solidFill>
                <a:latin typeface="Press Start 2P" panose="00000500000000000000" pitchFamily="2" charset="0"/>
              </a:rPr>
              <a:t>Core gameplay and procedural generation already functional.</a:t>
            </a:r>
          </a:p>
          <a:p>
            <a:pPr marL="285750" indent="-285750" algn="l">
              <a:lnSpc>
                <a:spcPct val="100000"/>
              </a:lnSpc>
              <a:buClr>
                <a:srgbClr val="8F4D57"/>
              </a:buClr>
              <a:buSzPts val="1100"/>
              <a:buFont typeface="Press Start 2P" panose="00000500000000000000" pitchFamily="2" charset="0"/>
              <a:buChar char="★"/>
            </a:pPr>
            <a:endParaRPr lang="en-US" sz="1200" dirty="0">
              <a:solidFill>
                <a:srgbClr val="8F4D57"/>
              </a:solidFill>
              <a:latin typeface="Press Start 2P" panose="00000500000000000000" pitchFamily="2" charset="0"/>
            </a:endParaRPr>
          </a:p>
          <a:p>
            <a:pPr marL="285750" indent="-285750" algn="l">
              <a:lnSpc>
                <a:spcPct val="150000"/>
              </a:lnSpc>
              <a:buClr>
                <a:srgbClr val="8F4D57"/>
              </a:buClr>
              <a:buSzPts val="1100"/>
              <a:buFont typeface="Press Start 2P" panose="00000500000000000000" pitchFamily="2" charset="0"/>
              <a:buChar char="★"/>
            </a:pPr>
            <a:r>
              <a:rPr lang="en-US" sz="1200" dirty="0">
                <a:solidFill>
                  <a:srgbClr val="8F4D57"/>
                </a:solidFill>
                <a:latin typeface="Press Start 2P" panose="00000500000000000000" pitchFamily="2" charset="0"/>
              </a:rPr>
              <a:t>Prototype playable with established art direction and humor.</a:t>
            </a:r>
          </a:p>
        </p:txBody>
      </p:sp>
    </p:spTree>
    <p:extLst>
      <p:ext uri="{BB962C8B-B14F-4D97-AF65-F5344CB8AC3E}">
        <p14:creationId xmlns:p14="http://schemas.microsoft.com/office/powerpoint/2010/main" val="1400677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36A86AC5-F113-3FE1-F4B1-30BA556D23C5}"/>
            </a:ext>
          </a:extLst>
        </p:cNvPr>
        <p:cNvGrpSpPr/>
        <p:nvPr/>
      </p:nvGrpSpPr>
      <p:grpSpPr>
        <a:xfrm>
          <a:off x="0" y="0"/>
          <a:ext cx="0" cy="0"/>
          <a:chOff x="0" y="0"/>
          <a:chExt cx="0" cy="0"/>
        </a:xfrm>
      </p:grpSpPr>
      <p:sp>
        <p:nvSpPr>
          <p:cNvPr id="999" name="Google Shape;999;p37">
            <a:extLst>
              <a:ext uri="{FF2B5EF4-FFF2-40B4-BE49-F238E27FC236}">
                <a16:creationId xmlns:a16="http://schemas.microsoft.com/office/drawing/2014/main" id="{13A39A8C-8340-EA93-71E8-78AFCC1F05F0}"/>
              </a:ext>
            </a:extLst>
          </p:cNvPr>
          <p:cNvSpPr txBox="1">
            <a:spLocks noGrp="1"/>
          </p:cNvSpPr>
          <p:nvPr>
            <p:ph type="title"/>
          </p:nvPr>
        </p:nvSpPr>
        <p:spPr>
          <a:xfrm>
            <a:off x="717424" y="292588"/>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US" sz="2400" dirty="0">
                <a:solidFill>
                  <a:srgbClr val="AB5130"/>
                </a:solidFill>
              </a:rPr>
              <a:t>Needs</a:t>
            </a:r>
            <a:endParaRPr sz="2400" dirty="0">
              <a:solidFill>
                <a:srgbClr val="AB5130"/>
              </a:solidFill>
            </a:endParaRPr>
          </a:p>
        </p:txBody>
      </p:sp>
      <p:sp>
        <p:nvSpPr>
          <p:cNvPr id="1000" name="Google Shape;1000;p37">
            <a:extLst>
              <a:ext uri="{FF2B5EF4-FFF2-40B4-BE49-F238E27FC236}">
                <a16:creationId xmlns:a16="http://schemas.microsoft.com/office/drawing/2014/main" id="{9AA063CD-4D2E-8BC6-45A7-88F344943309}"/>
              </a:ext>
            </a:extLst>
          </p:cNvPr>
          <p:cNvSpPr txBox="1">
            <a:spLocks noGrp="1"/>
          </p:cNvSpPr>
          <p:nvPr>
            <p:ph type="subTitle" idx="4294967295"/>
          </p:nvPr>
        </p:nvSpPr>
        <p:spPr>
          <a:xfrm>
            <a:off x="1120475" y="1193334"/>
            <a:ext cx="6902997" cy="1112838"/>
          </a:xfrm>
          <a:prstGeom prst="rect">
            <a:avLst/>
          </a:prstGeom>
          <a:ln>
            <a:noFill/>
          </a:ln>
        </p:spPr>
        <p:txBody>
          <a:bodyPr spcFirstLastPara="1" wrap="square" lIns="91425" tIns="91425" rIns="91425" bIns="91425" anchor="t" anchorCtr="0">
            <a:noAutofit/>
          </a:bodyPr>
          <a:lstStyle/>
          <a:p>
            <a:pPr marL="285750" indent="-285750" algn="l">
              <a:lnSpc>
                <a:spcPct val="100000"/>
              </a:lnSpc>
              <a:buClr>
                <a:srgbClr val="8F4D57"/>
              </a:buClr>
              <a:buSzPts val="1100"/>
              <a:buFont typeface="Press Start 2P" panose="00000500000000000000" pitchFamily="2" charset="0"/>
              <a:buChar char="★"/>
            </a:pPr>
            <a:r>
              <a:rPr lang="en-US" sz="1200" dirty="0">
                <a:solidFill>
                  <a:srgbClr val="8F4D57"/>
                </a:solidFill>
                <a:latin typeface="Press Start 2P" panose="00000500000000000000" pitchFamily="2" charset="0"/>
              </a:rPr>
              <a:t>Funding to produce the entire adventure: gameplay content, narrative, and the extensive set of assets needed for a deep procedural experience.</a:t>
            </a:r>
          </a:p>
          <a:p>
            <a:pPr marL="285750" indent="-285750" algn="l">
              <a:lnSpc>
                <a:spcPct val="100000"/>
              </a:lnSpc>
              <a:buClr>
                <a:srgbClr val="8F4D57"/>
              </a:buClr>
              <a:buSzPts val="1100"/>
              <a:buFont typeface="Press Start 2P" panose="00000500000000000000" pitchFamily="2" charset="0"/>
              <a:buChar char="★"/>
            </a:pPr>
            <a:endParaRPr lang="en-US" sz="1200" dirty="0">
              <a:solidFill>
                <a:srgbClr val="8F4D57"/>
              </a:solidFill>
              <a:latin typeface="Press Start 2P" panose="00000500000000000000" pitchFamily="2" charset="0"/>
            </a:endParaRPr>
          </a:p>
          <a:p>
            <a:pPr marL="285750" indent="-285750" algn="l">
              <a:lnSpc>
                <a:spcPct val="100000"/>
              </a:lnSpc>
              <a:buClr>
                <a:srgbClr val="8F4D57"/>
              </a:buClr>
              <a:buSzPts val="1100"/>
              <a:buFont typeface="Press Start 2P" panose="00000500000000000000" pitchFamily="2" charset="0"/>
              <a:buChar char="★"/>
            </a:pPr>
            <a:r>
              <a:rPr lang="en-US" sz="1200" dirty="0">
                <a:solidFill>
                  <a:srgbClr val="8F4D57"/>
                </a:solidFill>
                <a:latin typeface="Press Start 2P" panose="00000500000000000000" pitchFamily="2" charset="0"/>
              </a:rPr>
              <a:t>Marketing, trailers, professional localization.</a:t>
            </a:r>
          </a:p>
          <a:p>
            <a:pPr marL="285750" indent="-285750" algn="l">
              <a:lnSpc>
                <a:spcPct val="100000"/>
              </a:lnSpc>
              <a:buClr>
                <a:srgbClr val="8F4D57"/>
              </a:buClr>
              <a:buSzPts val="1100"/>
              <a:buFont typeface="Press Start 2P" panose="00000500000000000000" pitchFamily="2" charset="0"/>
              <a:buChar char="★"/>
            </a:pPr>
            <a:endParaRPr lang="en-US" sz="1200" dirty="0">
              <a:solidFill>
                <a:srgbClr val="8F4D57"/>
              </a:solidFill>
              <a:latin typeface="Press Start 2P" panose="00000500000000000000" pitchFamily="2" charset="0"/>
            </a:endParaRPr>
          </a:p>
          <a:p>
            <a:pPr marL="285750" indent="-285750" algn="l">
              <a:lnSpc>
                <a:spcPct val="100000"/>
              </a:lnSpc>
              <a:buClr>
                <a:srgbClr val="8F4D57"/>
              </a:buClr>
              <a:buSzPts val="1100"/>
              <a:buFont typeface="Press Start 2P" panose="00000500000000000000" pitchFamily="2" charset="0"/>
              <a:buChar char="★"/>
            </a:pPr>
            <a:r>
              <a:rPr lang="en-US" sz="1200" dirty="0">
                <a:solidFill>
                  <a:srgbClr val="8F4D57"/>
                </a:solidFill>
                <a:latin typeface="Press Start 2P" panose="00000500000000000000" pitchFamily="2" charset="0"/>
              </a:rPr>
              <a:t>Console porting (PC-ready, AOT-compatible, easily portable by a third party).</a:t>
            </a:r>
          </a:p>
        </p:txBody>
      </p:sp>
    </p:spTree>
    <p:extLst>
      <p:ext uri="{BB962C8B-B14F-4D97-AF65-F5344CB8AC3E}">
        <p14:creationId xmlns:p14="http://schemas.microsoft.com/office/powerpoint/2010/main" val="42897355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D475C2DD-0B55-73BB-627B-13753326C4E7}"/>
            </a:ext>
          </a:extLst>
        </p:cNvPr>
        <p:cNvGrpSpPr/>
        <p:nvPr/>
      </p:nvGrpSpPr>
      <p:grpSpPr>
        <a:xfrm>
          <a:off x="0" y="0"/>
          <a:ext cx="0" cy="0"/>
          <a:chOff x="0" y="0"/>
          <a:chExt cx="0" cy="0"/>
        </a:xfrm>
      </p:grpSpPr>
      <p:sp>
        <p:nvSpPr>
          <p:cNvPr id="999" name="Google Shape;999;p37">
            <a:extLst>
              <a:ext uri="{FF2B5EF4-FFF2-40B4-BE49-F238E27FC236}">
                <a16:creationId xmlns:a16="http://schemas.microsoft.com/office/drawing/2014/main" id="{027DA172-9CAF-76D4-BE44-524F25A9C26A}"/>
              </a:ext>
            </a:extLst>
          </p:cNvPr>
          <p:cNvSpPr txBox="1">
            <a:spLocks noGrp="1"/>
          </p:cNvSpPr>
          <p:nvPr>
            <p:ph type="title"/>
          </p:nvPr>
        </p:nvSpPr>
        <p:spPr>
          <a:xfrm>
            <a:off x="717424" y="292588"/>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US" sz="2400" dirty="0">
                <a:solidFill>
                  <a:srgbClr val="AB5130"/>
                </a:solidFill>
              </a:rPr>
              <a:t>Future Growth</a:t>
            </a:r>
            <a:endParaRPr sz="2400" dirty="0">
              <a:solidFill>
                <a:srgbClr val="AB5130"/>
              </a:solidFill>
            </a:endParaRPr>
          </a:p>
        </p:txBody>
      </p:sp>
      <p:sp>
        <p:nvSpPr>
          <p:cNvPr id="1000" name="Google Shape;1000;p37">
            <a:extLst>
              <a:ext uri="{FF2B5EF4-FFF2-40B4-BE49-F238E27FC236}">
                <a16:creationId xmlns:a16="http://schemas.microsoft.com/office/drawing/2014/main" id="{1B6F1C17-A735-E874-93DD-AEAEEA9D8F4F}"/>
              </a:ext>
            </a:extLst>
          </p:cNvPr>
          <p:cNvSpPr txBox="1">
            <a:spLocks noGrp="1"/>
          </p:cNvSpPr>
          <p:nvPr>
            <p:ph type="subTitle" idx="4294967295"/>
          </p:nvPr>
        </p:nvSpPr>
        <p:spPr>
          <a:xfrm>
            <a:off x="1063991" y="1175536"/>
            <a:ext cx="7015962" cy="777871"/>
          </a:xfrm>
          <a:prstGeom prst="rect">
            <a:avLst/>
          </a:prstGeom>
          <a:ln>
            <a:noFill/>
          </a:ln>
        </p:spPr>
        <p:txBody>
          <a:bodyPr spcFirstLastPara="1" wrap="square" lIns="91425" tIns="91425" rIns="91425" bIns="91425" anchor="t" anchorCtr="0">
            <a:noAutofit/>
          </a:bodyPr>
          <a:lstStyle/>
          <a:p>
            <a:pPr marL="285750" indent="-285750" algn="l">
              <a:lnSpc>
                <a:spcPct val="100000"/>
              </a:lnSpc>
              <a:buClr>
                <a:srgbClr val="8F4D57"/>
              </a:buClr>
              <a:buSzPts val="1100"/>
              <a:buFont typeface="Press Start 2P" panose="00000500000000000000" pitchFamily="2" charset="0"/>
              <a:buChar char="★"/>
            </a:pPr>
            <a:r>
              <a:rPr lang="en-US" sz="1200" dirty="0">
                <a:solidFill>
                  <a:srgbClr val="8F4D57"/>
                </a:solidFill>
                <a:latin typeface="Press Start 2P" panose="00000500000000000000" pitchFamily="2" charset="0"/>
              </a:rPr>
              <a:t>Expandable world with DLCs: new creatures, items, and procedural environments.</a:t>
            </a:r>
          </a:p>
        </p:txBody>
      </p:sp>
      <p:pic>
        <p:nvPicPr>
          <p:cNvPr id="7" name="Picture 6" descr="A pixelated red and black object&#10;&#10;AI-generated content may be incorrect.">
            <a:extLst>
              <a:ext uri="{FF2B5EF4-FFF2-40B4-BE49-F238E27FC236}">
                <a16:creationId xmlns:a16="http://schemas.microsoft.com/office/drawing/2014/main" id="{291CFB07-6019-4BA9-C919-6AAEC0AD6426}"/>
              </a:ext>
            </a:extLst>
          </p:cNvPr>
          <p:cNvPicPr>
            <a:picLocks noChangeAspect="1"/>
          </p:cNvPicPr>
          <p:nvPr/>
        </p:nvPicPr>
        <p:blipFill>
          <a:blip r:embed="rId3"/>
          <a:stretch>
            <a:fillRect/>
          </a:stretch>
        </p:blipFill>
        <p:spPr>
          <a:xfrm>
            <a:off x="3061448" y="2503055"/>
            <a:ext cx="3021047" cy="1174852"/>
          </a:xfrm>
          <a:prstGeom prst="rect">
            <a:avLst/>
          </a:prstGeom>
        </p:spPr>
      </p:pic>
    </p:spTree>
    <p:extLst>
      <p:ext uri="{BB962C8B-B14F-4D97-AF65-F5344CB8AC3E}">
        <p14:creationId xmlns:p14="http://schemas.microsoft.com/office/powerpoint/2010/main" val="7115662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84A76CAA-2D3C-F2D5-A385-576D4CBCBA59}"/>
            </a:ext>
          </a:extLst>
        </p:cNvPr>
        <p:cNvGrpSpPr/>
        <p:nvPr/>
      </p:nvGrpSpPr>
      <p:grpSpPr>
        <a:xfrm>
          <a:off x="0" y="0"/>
          <a:ext cx="0" cy="0"/>
          <a:chOff x="0" y="0"/>
          <a:chExt cx="0" cy="0"/>
        </a:xfrm>
      </p:grpSpPr>
      <p:sp>
        <p:nvSpPr>
          <p:cNvPr id="999" name="Google Shape;999;p37">
            <a:extLst>
              <a:ext uri="{FF2B5EF4-FFF2-40B4-BE49-F238E27FC236}">
                <a16:creationId xmlns:a16="http://schemas.microsoft.com/office/drawing/2014/main" id="{7DC74442-6CB9-3B3E-2DF3-902CE1AB4389}"/>
              </a:ext>
            </a:extLst>
          </p:cNvPr>
          <p:cNvSpPr txBox="1">
            <a:spLocks noGrp="1"/>
          </p:cNvSpPr>
          <p:nvPr>
            <p:ph type="title"/>
          </p:nvPr>
        </p:nvSpPr>
        <p:spPr>
          <a:xfrm>
            <a:off x="717450" y="225130"/>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2400" dirty="0">
                <a:solidFill>
                  <a:srgbClr val="AB5130"/>
                </a:solidFill>
              </a:rPr>
              <a:t>Who We Are</a:t>
            </a:r>
            <a:endParaRPr sz="2400" dirty="0">
              <a:solidFill>
                <a:srgbClr val="AB5130"/>
              </a:solidFill>
            </a:endParaRPr>
          </a:p>
        </p:txBody>
      </p:sp>
      <p:sp>
        <p:nvSpPr>
          <p:cNvPr id="1000" name="Google Shape;1000;p37">
            <a:extLst>
              <a:ext uri="{FF2B5EF4-FFF2-40B4-BE49-F238E27FC236}">
                <a16:creationId xmlns:a16="http://schemas.microsoft.com/office/drawing/2014/main" id="{8AD04312-634D-AFE6-B193-640CD9B1337A}"/>
              </a:ext>
            </a:extLst>
          </p:cNvPr>
          <p:cNvSpPr txBox="1">
            <a:spLocks noGrp="1"/>
          </p:cNvSpPr>
          <p:nvPr>
            <p:ph type="subTitle" idx="4294967295"/>
          </p:nvPr>
        </p:nvSpPr>
        <p:spPr>
          <a:xfrm>
            <a:off x="1342285" y="1069659"/>
            <a:ext cx="6459429" cy="1112837"/>
          </a:xfrm>
          <a:prstGeom prst="rect">
            <a:avLst/>
          </a:prstGeom>
          <a:ln>
            <a:noFill/>
          </a:ln>
        </p:spPr>
        <p:txBody>
          <a:bodyPr spcFirstLastPara="1" wrap="square" lIns="91425" tIns="91425" rIns="91425" bIns="91425" anchor="t" anchorCtr="0">
            <a:noAutofit/>
          </a:bodyPr>
          <a:lstStyle/>
          <a:p>
            <a:pPr marL="285750" indent="-285750" algn="l">
              <a:buClr>
                <a:srgbClr val="8F4D57"/>
              </a:buClr>
              <a:buSzPts val="1100"/>
              <a:buFont typeface="Press Start 2P" panose="00000500000000000000" pitchFamily="2" charset="0"/>
              <a:buChar char="★"/>
            </a:pPr>
            <a:r>
              <a:rPr lang="en-US" sz="1200" dirty="0">
                <a:solidFill>
                  <a:srgbClr val="8F4D57"/>
                </a:solidFill>
                <a:latin typeface="Press Start 2P" panose="00000500000000000000" pitchFamily="2" charset="0"/>
              </a:rPr>
              <a:t>Veteran indie developers with 30+ years of combined experience.</a:t>
            </a:r>
          </a:p>
          <a:p>
            <a:pPr marL="285750" indent="-285750" algn="l">
              <a:buClr>
                <a:srgbClr val="8F4D57"/>
              </a:buClr>
              <a:buSzPts val="1100"/>
              <a:buFont typeface="Press Start 2P" panose="00000500000000000000" pitchFamily="2" charset="0"/>
              <a:buChar char="★"/>
            </a:pPr>
            <a:endParaRPr lang="en-US" sz="1200" dirty="0">
              <a:solidFill>
                <a:srgbClr val="8F4D57"/>
              </a:solidFill>
              <a:latin typeface="Press Start 2P" panose="00000500000000000000" pitchFamily="2" charset="0"/>
            </a:endParaRPr>
          </a:p>
          <a:p>
            <a:pPr marL="285750" indent="-285750" algn="l">
              <a:buClr>
                <a:srgbClr val="8F4D57"/>
              </a:buClr>
              <a:buSzPts val="1100"/>
              <a:buFont typeface="Press Start 2P" panose="00000500000000000000" pitchFamily="2" charset="0"/>
              <a:buChar char="★"/>
            </a:pPr>
            <a:r>
              <a:rPr lang="en-US" sz="1200" dirty="0">
                <a:solidFill>
                  <a:srgbClr val="8F4D57"/>
                </a:solidFill>
                <a:latin typeface="Press Start 2P" panose="00000500000000000000" pitchFamily="2" charset="0"/>
              </a:rPr>
              <a:t>3 games shipped on PC and major consoles, award-winning for creativity and originality.</a:t>
            </a:r>
          </a:p>
          <a:p>
            <a:pPr marL="285750" indent="-285750" algn="l">
              <a:buClr>
                <a:srgbClr val="8F4D57"/>
              </a:buClr>
              <a:buSzPts val="1100"/>
              <a:buFont typeface="Press Start 2P" panose="00000500000000000000" pitchFamily="2" charset="0"/>
              <a:buChar char="★"/>
            </a:pPr>
            <a:endParaRPr lang="en-US" sz="1200" dirty="0">
              <a:solidFill>
                <a:srgbClr val="8F4D57"/>
              </a:solidFill>
              <a:latin typeface="Press Start 2P" panose="00000500000000000000" pitchFamily="2" charset="0"/>
            </a:endParaRPr>
          </a:p>
          <a:p>
            <a:pPr marL="285750" indent="-285750" algn="l">
              <a:buClr>
                <a:srgbClr val="8F4D57"/>
              </a:buClr>
              <a:buSzPts val="1100"/>
              <a:buFont typeface="Press Start 2P" panose="00000500000000000000" pitchFamily="2" charset="0"/>
              <a:buChar char="★"/>
            </a:pPr>
            <a:r>
              <a:rPr lang="en-US" sz="1200" dirty="0">
                <a:solidFill>
                  <a:srgbClr val="8F4D57"/>
                </a:solidFill>
                <a:latin typeface="Press Start 2P" panose="00000500000000000000" pitchFamily="2" charset="0"/>
              </a:rPr>
              <a:t>A reliable, passionate team focused on unique, unforgettable experiences.</a:t>
            </a:r>
          </a:p>
        </p:txBody>
      </p:sp>
    </p:spTree>
    <p:extLst>
      <p:ext uri="{BB962C8B-B14F-4D97-AF65-F5344CB8AC3E}">
        <p14:creationId xmlns:p14="http://schemas.microsoft.com/office/powerpoint/2010/main" val="6429181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84FA0D57-4FED-6D68-B23C-04A721D1DEB2}"/>
            </a:ext>
          </a:extLst>
        </p:cNvPr>
        <p:cNvGrpSpPr/>
        <p:nvPr/>
      </p:nvGrpSpPr>
      <p:grpSpPr>
        <a:xfrm>
          <a:off x="0" y="0"/>
          <a:ext cx="0" cy="0"/>
          <a:chOff x="0" y="0"/>
          <a:chExt cx="0" cy="0"/>
        </a:xfrm>
      </p:grpSpPr>
      <p:sp>
        <p:nvSpPr>
          <p:cNvPr id="999" name="Google Shape;999;p37">
            <a:extLst>
              <a:ext uri="{FF2B5EF4-FFF2-40B4-BE49-F238E27FC236}">
                <a16:creationId xmlns:a16="http://schemas.microsoft.com/office/drawing/2014/main" id="{7348F0E1-AB40-8BC8-1E51-80D46F4B2002}"/>
              </a:ext>
            </a:extLst>
          </p:cNvPr>
          <p:cNvSpPr txBox="1">
            <a:spLocks noGrp="1"/>
          </p:cNvSpPr>
          <p:nvPr>
            <p:ph type="title"/>
          </p:nvPr>
        </p:nvSpPr>
        <p:spPr>
          <a:xfrm>
            <a:off x="717450" y="292587"/>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US" sz="2400" dirty="0">
                <a:solidFill>
                  <a:srgbClr val="AB5130"/>
                </a:solidFill>
              </a:rPr>
              <a:t>Production</a:t>
            </a:r>
            <a:endParaRPr sz="2400" dirty="0">
              <a:solidFill>
                <a:srgbClr val="AB5130"/>
              </a:solidFill>
            </a:endParaRPr>
          </a:p>
        </p:txBody>
      </p:sp>
      <p:sp>
        <p:nvSpPr>
          <p:cNvPr id="1000" name="Google Shape;1000;p37">
            <a:extLst>
              <a:ext uri="{FF2B5EF4-FFF2-40B4-BE49-F238E27FC236}">
                <a16:creationId xmlns:a16="http://schemas.microsoft.com/office/drawing/2014/main" id="{A8D6F54E-62B3-B106-ECAB-706E807DFDEE}"/>
              </a:ext>
            </a:extLst>
          </p:cNvPr>
          <p:cNvSpPr txBox="1">
            <a:spLocks noGrp="1"/>
          </p:cNvSpPr>
          <p:nvPr>
            <p:ph type="subTitle" idx="4294967295"/>
          </p:nvPr>
        </p:nvSpPr>
        <p:spPr>
          <a:xfrm>
            <a:off x="1281099" y="1289388"/>
            <a:ext cx="6581801" cy="1112837"/>
          </a:xfrm>
          <a:prstGeom prst="rect">
            <a:avLst/>
          </a:prstGeom>
          <a:ln>
            <a:noFill/>
          </a:ln>
        </p:spPr>
        <p:txBody>
          <a:bodyPr spcFirstLastPara="1" wrap="square" lIns="91425" tIns="91425" rIns="91425" bIns="91425" anchor="t" anchorCtr="0">
            <a:noAutofit/>
          </a:bodyPr>
          <a:lstStyle/>
          <a:p>
            <a:pPr marL="285750" indent="-285750" algn="l">
              <a:lnSpc>
                <a:spcPct val="100000"/>
              </a:lnSpc>
              <a:buClr>
                <a:srgbClr val="8F4D57"/>
              </a:buClr>
              <a:buSzPts val="1100"/>
              <a:buFont typeface="Press Start 2P" panose="00000500000000000000" pitchFamily="2" charset="0"/>
              <a:buChar char="★"/>
            </a:pPr>
            <a:r>
              <a:rPr lang="en-US" sz="1200" dirty="0">
                <a:solidFill>
                  <a:srgbClr val="8F4D57"/>
                </a:solidFill>
                <a:latin typeface="Press Start 2P" panose="00000500000000000000" pitchFamily="2" charset="0"/>
              </a:rPr>
              <a:t>Development time: 14 months.</a:t>
            </a:r>
            <a:br>
              <a:rPr lang="en-US" sz="1200" dirty="0">
                <a:solidFill>
                  <a:srgbClr val="8F4D57"/>
                </a:solidFill>
                <a:latin typeface="Press Start 2P" panose="00000500000000000000" pitchFamily="2" charset="0"/>
              </a:rPr>
            </a:br>
            <a:endParaRPr lang="en-US" sz="1200" dirty="0">
              <a:solidFill>
                <a:srgbClr val="8F4D57"/>
              </a:solidFill>
              <a:latin typeface="Press Start 2P" panose="00000500000000000000" pitchFamily="2" charset="0"/>
            </a:endParaRPr>
          </a:p>
          <a:p>
            <a:pPr marL="285750" indent="-285750" algn="l">
              <a:lnSpc>
                <a:spcPct val="100000"/>
              </a:lnSpc>
              <a:buClr>
                <a:srgbClr val="8F4D57"/>
              </a:buClr>
              <a:buSzPts val="1100"/>
              <a:buFont typeface="Press Start 2P" panose="00000500000000000000" pitchFamily="2" charset="0"/>
              <a:buChar char="★"/>
            </a:pPr>
            <a:r>
              <a:rPr lang="en-US" sz="1200" dirty="0">
                <a:solidFill>
                  <a:srgbClr val="8F4D57"/>
                </a:solidFill>
                <a:latin typeface="Press Start 2P" panose="00000500000000000000" pitchFamily="2" charset="0"/>
              </a:rPr>
              <a:t>Estimated budget: </a:t>
            </a:r>
            <a:r>
              <a:rPr lang="en-US" sz="1200" dirty="0" err="1">
                <a:solidFill>
                  <a:srgbClr val="8F4D57"/>
                </a:solidFill>
                <a:latin typeface="Press Start 2P" panose="00000500000000000000" pitchFamily="2" charset="0"/>
              </a:rPr>
              <a:t>xxxK</a:t>
            </a:r>
            <a:r>
              <a:rPr lang="en-US" sz="1200" dirty="0">
                <a:solidFill>
                  <a:srgbClr val="8F4D57"/>
                </a:solidFill>
                <a:latin typeface="Press Start 2P" panose="00000500000000000000" pitchFamily="2" charset="0"/>
              </a:rPr>
              <a:t> USD (*)</a:t>
            </a:r>
          </a:p>
          <a:p>
            <a:pPr marL="285750" indent="-285750" algn="l">
              <a:lnSpc>
                <a:spcPct val="100000"/>
              </a:lnSpc>
              <a:buClr>
                <a:srgbClr val="8F4D57"/>
              </a:buClr>
              <a:buSzPts val="1100"/>
              <a:buFont typeface="Press Start 2P" panose="00000500000000000000" pitchFamily="2" charset="0"/>
              <a:buChar char="★"/>
            </a:pPr>
            <a:endParaRPr lang="en-US" sz="1200" dirty="0">
              <a:solidFill>
                <a:srgbClr val="8F4D57"/>
              </a:solidFill>
              <a:latin typeface="Press Start 2P" panose="00000500000000000000" pitchFamily="2" charset="0"/>
            </a:endParaRPr>
          </a:p>
          <a:p>
            <a:pPr marL="285750" indent="-285750" algn="l">
              <a:lnSpc>
                <a:spcPct val="100000"/>
              </a:lnSpc>
              <a:buClr>
                <a:srgbClr val="8F4D57"/>
              </a:buClr>
              <a:buSzPts val="1100"/>
              <a:buFont typeface="Press Start 2P" panose="00000500000000000000" pitchFamily="2" charset="0"/>
              <a:buChar char="★"/>
            </a:pPr>
            <a:r>
              <a:rPr lang="en-US" sz="1200" dirty="0">
                <a:solidFill>
                  <a:srgbClr val="8F4D57"/>
                </a:solidFill>
                <a:latin typeface="Press Start 2P" panose="00000500000000000000" pitchFamily="2" charset="0"/>
              </a:rPr>
              <a:t>Core team: 2 Lead Designers, Programmer, Writer, Background Artist, 2D Animator, Composer</a:t>
            </a:r>
          </a:p>
        </p:txBody>
      </p:sp>
      <p:sp>
        <p:nvSpPr>
          <p:cNvPr id="2" name="Google Shape;1000;p37">
            <a:extLst>
              <a:ext uri="{FF2B5EF4-FFF2-40B4-BE49-F238E27FC236}">
                <a16:creationId xmlns:a16="http://schemas.microsoft.com/office/drawing/2014/main" id="{B077C8FF-47C0-25E2-4134-3456BD44E543}"/>
              </a:ext>
            </a:extLst>
          </p:cNvPr>
          <p:cNvSpPr txBox="1">
            <a:spLocks/>
          </p:cNvSpPr>
          <p:nvPr/>
        </p:nvSpPr>
        <p:spPr>
          <a:xfrm>
            <a:off x="1390426" y="4362135"/>
            <a:ext cx="6245278" cy="65956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ctr" rtl="0">
              <a:lnSpc>
                <a:spcPct val="100000"/>
              </a:lnSpc>
              <a:spcBef>
                <a:spcPts val="0"/>
              </a:spcBef>
              <a:spcAft>
                <a:spcPts val="0"/>
              </a:spcAft>
              <a:buClr>
                <a:schemeClr val="lt1"/>
              </a:buClr>
              <a:buSzPts val="2800"/>
              <a:buFont typeface="Maven Pro"/>
              <a:buNone/>
              <a:defRPr sz="1800" b="0" i="0" u="none" strike="noStrike" cap="none">
                <a:solidFill>
                  <a:schemeClr val="lt1"/>
                </a:solidFill>
                <a:latin typeface="Maven Pro"/>
                <a:ea typeface="Maven Pro"/>
                <a:cs typeface="Maven Pro"/>
                <a:sym typeface="Maven Pro"/>
              </a:defRPr>
            </a:lvl1pPr>
            <a:lvl2pPr marL="914400" marR="0" lvl="1"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2pPr>
            <a:lvl3pPr marL="1371600" marR="0" lvl="2"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3pPr>
            <a:lvl4pPr marL="1828800" marR="0" lvl="3"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4pPr>
            <a:lvl5pPr marL="2286000" marR="0" lvl="4"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5pPr>
            <a:lvl6pPr marL="2743200" marR="0" lvl="5"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6pPr>
            <a:lvl7pPr marL="3200400" marR="0" lvl="6"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7pPr>
            <a:lvl8pPr marL="3657600" marR="0" lvl="7"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8pPr>
            <a:lvl9pPr marL="4114800" marR="0" lvl="8"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9pPr>
          </a:lstStyle>
          <a:p>
            <a:pPr marL="0" indent="0">
              <a:buClr>
                <a:srgbClr val="8F4D57"/>
              </a:buClr>
              <a:buSzPts val="1100"/>
            </a:pPr>
            <a:endParaRPr lang="en-US" sz="900" dirty="0">
              <a:solidFill>
                <a:srgbClr val="52333F"/>
              </a:solidFill>
              <a:latin typeface="Press Start 2P" panose="00000500000000000000" pitchFamily="2" charset="0"/>
            </a:endParaRPr>
          </a:p>
          <a:p>
            <a:pPr marL="0" indent="0">
              <a:buClr>
                <a:srgbClr val="8F4D57"/>
              </a:buClr>
              <a:buSzPts val="1100"/>
            </a:pPr>
            <a:r>
              <a:rPr lang="en-US" sz="900" dirty="0">
                <a:solidFill>
                  <a:srgbClr val="52333F"/>
                </a:solidFill>
                <a:latin typeface="Press Start 2P" panose="00000500000000000000" pitchFamily="2" charset="0"/>
              </a:rPr>
              <a:t>(*) Does not include trailer production, translations and console porting.</a:t>
            </a:r>
          </a:p>
        </p:txBody>
      </p:sp>
    </p:spTree>
    <p:extLst>
      <p:ext uri="{BB962C8B-B14F-4D97-AF65-F5344CB8AC3E}">
        <p14:creationId xmlns:p14="http://schemas.microsoft.com/office/powerpoint/2010/main" val="33327391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hlinkClick r:id="rId2"/>
            <a:extLst>
              <a:ext uri="{FF2B5EF4-FFF2-40B4-BE49-F238E27FC236}">
                <a16:creationId xmlns:a16="http://schemas.microsoft.com/office/drawing/2014/main" id="{4EE37A1B-0844-B835-01EE-E3866ED0D1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9555" y="1385068"/>
            <a:ext cx="2782856" cy="150448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7F5A200B-19FA-BC96-10A2-0CB1C9FCA0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5517" y="3056579"/>
            <a:ext cx="2670932" cy="603278"/>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999;p37">
            <a:extLst>
              <a:ext uri="{FF2B5EF4-FFF2-40B4-BE49-F238E27FC236}">
                <a16:creationId xmlns:a16="http://schemas.microsoft.com/office/drawing/2014/main" id="{856F3467-6603-8DB2-81CB-15303D589446}"/>
              </a:ext>
            </a:extLst>
          </p:cNvPr>
          <p:cNvSpPr txBox="1">
            <a:spLocks noGrp="1"/>
          </p:cNvSpPr>
          <p:nvPr>
            <p:ph type="title"/>
          </p:nvPr>
        </p:nvSpPr>
        <p:spPr>
          <a:xfrm>
            <a:off x="717424" y="292588"/>
            <a:ext cx="7709100" cy="333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US" sz="2400" dirty="0">
                <a:solidFill>
                  <a:srgbClr val="AB5130"/>
                </a:solidFill>
              </a:rPr>
              <a:t>Our Games</a:t>
            </a:r>
            <a:endParaRPr sz="2400" dirty="0">
              <a:solidFill>
                <a:srgbClr val="AB5130"/>
              </a:solidFill>
            </a:endParaRPr>
          </a:p>
        </p:txBody>
      </p:sp>
      <p:pic>
        <p:nvPicPr>
          <p:cNvPr id="1030" name="Picture 6">
            <a:hlinkClick r:id="rId5"/>
            <a:extLst>
              <a:ext uri="{FF2B5EF4-FFF2-40B4-BE49-F238E27FC236}">
                <a16:creationId xmlns:a16="http://schemas.microsoft.com/office/drawing/2014/main" id="{F5ECA793-C0AA-9C78-EC1D-C21FF9E5D00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229269" y="1379996"/>
            <a:ext cx="2782856" cy="1504482"/>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E079C4FF-36E5-5645-D3A8-3EFD476B17F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229269" y="2977308"/>
            <a:ext cx="2685408" cy="959615"/>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hlinkClick r:id="rId8"/>
            <a:extLst>
              <a:ext uri="{FF2B5EF4-FFF2-40B4-BE49-F238E27FC236}">
                <a16:creationId xmlns:a16="http://schemas.microsoft.com/office/drawing/2014/main" id="{6EC53590-1EC8-46ED-2532-C64EFC91072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190939" y="1379996"/>
            <a:ext cx="2576062" cy="15095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40617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2C8D7569-5C51-B680-59E6-28E308016A5A}"/>
            </a:ext>
          </a:extLst>
        </p:cNvPr>
        <p:cNvGrpSpPr/>
        <p:nvPr/>
      </p:nvGrpSpPr>
      <p:grpSpPr>
        <a:xfrm>
          <a:off x="0" y="0"/>
          <a:ext cx="0" cy="0"/>
          <a:chOff x="0" y="0"/>
          <a:chExt cx="0" cy="0"/>
        </a:xfrm>
      </p:grpSpPr>
      <p:sp>
        <p:nvSpPr>
          <p:cNvPr id="1000" name="Google Shape;1000;p37">
            <a:extLst>
              <a:ext uri="{FF2B5EF4-FFF2-40B4-BE49-F238E27FC236}">
                <a16:creationId xmlns:a16="http://schemas.microsoft.com/office/drawing/2014/main" id="{3D66167E-39B7-42B9-5AB8-EC778F55CBC1}"/>
              </a:ext>
            </a:extLst>
          </p:cNvPr>
          <p:cNvSpPr txBox="1">
            <a:spLocks noGrp="1"/>
          </p:cNvSpPr>
          <p:nvPr>
            <p:ph type="subTitle" idx="1"/>
          </p:nvPr>
        </p:nvSpPr>
        <p:spPr>
          <a:xfrm>
            <a:off x="1013957" y="3250484"/>
            <a:ext cx="6917960" cy="400290"/>
          </a:xfrm>
          <a:prstGeom prst="rect">
            <a:avLst/>
          </a:prstGeom>
          <a:ln>
            <a:noFill/>
          </a:ln>
        </p:spPr>
        <p:txBody>
          <a:bodyPr spcFirstLastPara="1" wrap="square" lIns="91425" tIns="91425" rIns="91425" bIns="91425" anchor="t" anchorCtr="0">
            <a:noAutofit/>
          </a:bodyPr>
          <a:lstStyle/>
          <a:p>
            <a:pPr marL="457200" lvl="1" indent="0">
              <a:buClr>
                <a:srgbClr val="8F4D57"/>
              </a:buClr>
              <a:buSzPts val="1100"/>
            </a:pPr>
            <a:r>
              <a:rPr lang="en-US" sz="3200" dirty="0">
                <a:solidFill>
                  <a:srgbClr val="F6CA15"/>
                </a:solidFill>
                <a:latin typeface="Press Start 2P" panose="00000500000000000000" pitchFamily="2" charset="0"/>
              </a:rPr>
              <a:t>Thanks!</a:t>
            </a:r>
          </a:p>
        </p:txBody>
      </p:sp>
      <p:pic>
        <p:nvPicPr>
          <p:cNvPr id="4" name="Picture 3" descr="A yellow and black logo&#10;&#10;AI-generated content may be incorrect.">
            <a:extLst>
              <a:ext uri="{FF2B5EF4-FFF2-40B4-BE49-F238E27FC236}">
                <a16:creationId xmlns:a16="http://schemas.microsoft.com/office/drawing/2014/main" id="{1C37E350-5E37-7DF8-8F33-CC092C157315}"/>
              </a:ext>
            </a:extLst>
          </p:cNvPr>
          <p:cNvPicPr>
            <a:picLocks noChangeAspect="1"/>
          </p:cNvPicPr>
          <p:nvPr/>
        </p:nvPicPr>
        <p:blipFill>
          <a:blip r:embed="rId3"/>
          <a:stretch>
            <a:fillRect/>
          </a:stretch>
        </p:blipFill>
        <p:spPr>
          <a:xfrm>
            <a:off x="2572122" y="585465"/>
            <a:ext cx="4136911" cy="2665019"/>
          </a:xfrm>
          <a:prstGeom prst="rect">
            <a:avLst/>
          </a:prstGeom>
        </p:spPr>
      </p:pic>
      <p:sp>
        <p:nvSpPr>
          <p:cNvPr id="9" name="Google Shape;1000;p37">
            <a:extLst>
              <a:ext uri="{FF2B5EF4-FFF2-40B4-BE49-F238E27FC236}">
                <a16:creationId xmlns:a16="http://schemas.microsoft.com/office/drawing/2014/main" id="{6BDF5982-633B-86FA-6FA7-C6EE42A7023E}"/>
              </a:ext>
            </a:extLst>
          </p:cNvPr>
          <p:cNvSpPr txBox="1">
            <a:spLocks/>
          </p:cNvSpPr>
          <p:nvPr/>
        </p:nvSpPr>
        <p:spPr>
          <a:xfrm>
            <a:off x="1013957" y="4453848"/>
            <a:ext cx="6917960" cy="40029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ctr" rtl="0">
              <a:lnSpc>
                <a:spcPct val="100000"/>
              </a:lnSpc>
              <a:spcBef>
                <a:spcPts val="0"/>
              </a:spcBef>
              <a:spcAft>
                <a:spcPts val="0"/>
              </a:spcAft>
              <a:buClr>
                <a:schemeClr val="lt1"/>
              </a:buClr>
              <a:buSzPts val="2800"/>
              <a:buFont typeface="Maven Pro"/>
              <a:buNone/>
              <a:defRPr sz="1800" b="0" i="0" u="none" strike="noStrike" cap="none">
                <a:solidFill>
                  <a:schemeClr val="lt1"/>
                </a:solidFill>
                <a:latin typeface="Maven Pro"/>
                <a:ea typeface="Maven Pro"/>
                <a:cs typeface="Maven Pro"/>
                <a:sym typeface="Maven Pro"/>
              </a:defRPr>
            </a:lvl1pPr>
            <a:lvl2pPr marL="914400" marR="0" lvl="1"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2pPr>
            <a:lvl3pPr marL="1371600" marR="0" lvl="2"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3pPr>
            <a:lvl4pPr marL="1828800" marR="0" lvl="3"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4pPr>
            <a:lvl5pPr marL="2286000" marR="0" lvl="4"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5pPr>
            <a:lvl6pPr marL="2743200" marR="0" lvl="5"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6pPr>
            <a:lvl7pPr marL="3200400" marR="0" lvl="6"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7pPr>
            <a:lvl8pPr marL="3657600" marR="0" lvl="7"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8pPr>
            <a:lvl9pPr marL="4114800" marR="0" lvl="8"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9pPr>
          </a:lstStyle>
          <a:p>
            <a:pPr marL="457200" lvl="1" indent="0">
              <a:buClr>
                <a:srgbClr val="8F4D57"/>
              </a:buClr>
              <a:buSzPts val="1100"/>
            </a:pPr>
            <a:r>
              <a:rPr lang="en-US" sz="1600" dirty="0">
                <a:solidFill>
                  <a:srgbClr val="F6CA15"/>
                </a:solidFill>
                <a:latin typeface="Press Start 2P" panose="00000500000000000000" pitchFamily="2" charset="0"/>
                <a:hlinkClick r:id="rId4">
                  <a:extLst>
                    <a:ext uri="{A12FA001-AC4F-418D-AE19-62706E023703}">
                      <ahyp:hlinkClr xmlns:ahyp="http://schemas.microsoft.com/office/drawing/2018/hyperlinkcolor" val="tx"/>
                    </a:ext>
                  </a:extLst>
                </a:hlinkClick>
              </a:rPr>
              <a:t>indiesruption.com</a:t>
            </a:r>
            <a:endParaRPr lang="en-US" sz="1600" dirty="0">
              <a:solidFill>
                <a:srgbClr val="F6CA15"/>
              </a:solidFill>
              <a:latin typeface="Press Start 2P" panose="00000500000000000000" pitchFamily="2" charset="0"/>
            </a:endParaRPr>
          </a:p>
        </p:txBody>
      </p:sp>
    </p:spTree>
    <p:extLst>
      <p:ext uri="{BB962C8B-B14F-4D97-AF65-F5344CB8AC3E}">
        <p14:creationId xmlns:p14="http://schemas.microsoft.com/office/powerpoint/2010/main" val="4047476586"/>
      </p:ext>
    </p:extLst>
  </p:cSld>
  <p:clrMapOvr>
    <a:masterClrMapping/>
  </p:clrMapOvr>
</p:sld>
</file>

<file path=ppt/theme/theme1.xml><?xml version="1.0" encoding="utf-8"?>
<a:theme xmlns:a="http://schemas.openxmlformats.org/drawingml/2006/main" name="Super Pixel Vintage Gaming by Slidesgo">
  <a:themeElements>
    <a:clrScheme name="Simple Light">
      <a:dk1>
        <a:srgbClr val="FFFF00"/>
      </a:dk1>
      <a:lt1>
        <a:srgbClr val="FFFFFF"/>
      </a:lt1>
      <a:dk2>
        <a:srgbClr val="0E2433"/>
      </a:dk2>
      <a:lt2>
        <a:srgbClr val="45B6FE"/>
      </a:lt2>
      <a:accent1>
        <a:srgbClr val="3792CB"/>
      </a:accent1>
      <a:accent2>
        <a:srgbClr val="296D98"/>
      </a:accent2>
      <a:accent3>
        <a:srgbClr val="1C4966"/>
      </a:accent3>
      <a:accent4>
        <a:srgbClr val="000000"/>
      </a:accent4>
      <a:accent5>
        <a:srgbClr val="0E2433"/>
      </a:accent5>
      <a:accent6>
        <a:srgbClr val="45B6FE"/>
      </a:accent6>
      <a:hlink>
        <a:srgbClr val="FFFF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1372</TotalTime>
  <Words>471</Words>
  <Application>Microsoft Office PowerPoint</Application>
  <PresentationFormat>On-screen Show (16:9)</PresentationFormat>
  <Paragraphs>75</Paragraphs>
  <Slides>19</Slides>
  <Notes>11</Notes>
  <HiddenSlides>0</HiddenSlides>
  <MMClips>0</MMClips>
  <ScaleCrop>false</ScaleCrop>
  <HeadingPairs>
    <vt:vector size="8" baseType="variant">
      <vt:variant>
        <vt:lpstr>Fonts Used</vt:lpstr>
      </vt:variant>
      <vt:variant>
        <vt:i4>3</vt:i4>
      </vt:variant>
      <vt:variant>
        <vt:lpstr>Theme</vt:lpstr>
      </vt:variant>
      <vt:variant>
        <vt:i4>1</vt:i4>
      </vt:variant>
      <vt:variant>
        <vt:lpstr>Embedded OLE Servers</vt:lpstr>
      </vt:variant>
      <vt:variant>
        <vt:i4>0</vt:i4>
      </vt:variant>
      <vt:variant>
        <vt:lpstr>Slide Titles</vt:lpstr>
      </vt:variant>
      <vt:variant>
        <vt:i4>19</vt:i4>
      </vt:variant>
    </vt:vector>
  </HeadingPairs>
  <TitlesOfParts>
    <vt:vector size="23" baseType="lpstr">
      <vt:lpstr>Press Start 2P</vt:lpstr>
      <vt:lpstr>Arial</vt:lpstr>
      <vt:lpstr>Maven Pro</vt:lpstr>
      <vt:lpstr>Super Pixel Vintage Gaming by Slidesgo</vt:lpstr>
      <vt:lpstr>When hell runs a horror ride, no one is safe.</vt:lpstr>
      <vt:lpstr>Overview</vt:lpstr>
      <vt:lpstr>Story &amp; Setting</vt:lpstr>
      <vt:lpstr>Gameplay</vt:lpstr>
      <vt:lpstr>Core Loop</vt:lpstr>
      <vt:lpstr>Key Features</vt:lpstr>
      <vt:lpstr>PowerPoint Presentation</vt:lpstr>
      <vt:lpstr>PowerPoint Presentation</vt:lpstr>
      <vt:lpstr>PowerPoint Presentation</vt:lpstr>
      <vt:lpstr>PowerPoint Presentation</vt:lpstr>
      <vt:lpstr>PowerPoint Presentation</vt:lpstr>
      <vt:lpstr>PowerPoint Presentation</vt:lpstr>
      <vt:lpstr>Current Status</vt:lpstr>
      <vt:lpstr>Needs</vt:lpstr>
      <vt:lpstr>Future Growth</vt:lpstr>
      <vt:lpstr>Who We Are</vt:lpstr>
      <vt:lpstr>Production</vt:lpstr>
      <vt:lpstr>Our Games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Diego Canepa</dc:creator>
  <cp:lastModifiedBy>Diego Canepa</cp:lastModifiedBy>
  <cp:revision>306</cp:revision>
  <dcterms:modified xsi:type="dcterms:W3CDTF">2025-09-03T17:55:05Z</dcterms:modified>
</cp:coreProperties>
</file>