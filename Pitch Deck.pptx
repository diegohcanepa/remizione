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7"/>
  </p:notesMasterIdLst>
  <p:sldIdLst>
    <p:sldId id="330" r:id="rId2"/>
    <p:sldId id="260" r:id="rId3"/>
    <p:sldId id="350" r:id="rId4"/>
    <p:sldId id="351" r:id="rId5"/>
    <p:sldId id="345" r:id="rId6"/>
    <p:sldId id="355" r:id="rId7"/>
    <p:sldId id="357" r:id="rId8"/>
    <p:sldId id="349" r:id="rId9"/>
    <p:sldId id="333" r:id="rId10"/>
    <p:sldId id="323" r:id="rId11"/>
    <p:sldId id="324" r:id="rId12"/>
    <p:sldId id="320" r:id="rId13"/>
    <p:sldId id="358" r:id="rId14"/>
    <p:sldId id="343" r:id="rId15"/>
    <p:sldId id="321" r:id="rId16"/>
  </p:sldIdLst>
  <p:sldSz cx="9144000" cy="5143500" type="screen16x9"/>
  <p:notesSz cx="6858000" cy="9144000"/>
  <p:embeddedFontLst>
    <p:embeddedFont>
      <p:font typeface="Maven Pro" panose="020B0604020202020204" charset="0"/>
      <p:regular r:id="rId18"/>
      <p:bold r:id="rId19"/>
    </p:embeddedFont>
    <p:embeddedFont>
      <p:font typeface="Press Start 2P" panose="00000500000000000000" pitchFamily="2" charset="0"/>
      <p:regular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B5130"/>
    <a:srgbClr val="BD6A62"/>
    <a:srgbClr val="8F4D57"/>
    <a:srgbClr val="3B7D4F"/>
    <a:srgbClr val="FF2121"/>
    <a:srgbClr val="800000"/>
    <a:srgbClr val="52333F"/>
    <a:srgbClr val="F6CA15"/>
    <a:srgbClr val="3333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008" y="-30"/>
      </p:cViewPr>
      <p:guideLst/>
    </p:cSldViewPr>
  </p:slideViewPr>
  <p:notesTextViewPr>
    <p:cViewPr>
      <p:scale>
        <a:sx n="3" d="2"/>
        <a:sy n="3" d="2"/>
      </p:scale>
      <p:origin x="-42" y="-1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6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microsoft.com/office/2007/relationships/hdphoto" Target="../media/hdphoto1.wdp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11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2.png"/><Relationship Id="rId3" Type="http://schemas.openxmlformats.org/officeDocument/2006/relationships/image" Target="../media/image6.png"/><Relationship Id="rId7" Type="http://schemas.openxmlformats.org/officeDocument/2006/relationships/image" Target="../media/image18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6" Type="http://schemas.microsoft.com/office/2007/relationships/hdphoto" Target="../media/hdphoto2.wdp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9.png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4.png"/><Relationship Id="rId1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6.png"/><Relationship Id="rId7" Type="http://schemas.openxmlformats.org/officeDocument/2006/relationships/image" Target="../media/image27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6.png"/><Relationship Id="rId11" Type="http://schemas.microsoft.com/office/2007/relationships/hdphoto" Target="../media/hdphoto3.wdp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microsoft.com/office/2007/relationships/hdphoto" Target="../media/hdphoto4.wdp"/><Relationship Id="rId5" Type="http://schemas.openxmlformats.org/officeDocument/2006/relationships/image" Target="../media/image34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microsoft.com/office/2007/relationships/hdphoto" Target="../media/hdphoto5.wdp"/><Relationship Id="rId5" Type="http://schemas.openxmlformats.org/officeDocument/2006/relationships/image" Target="../media/image35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38.jpeg"/><Relationship Id="rId7" Type="http://schemas.openxmlformats.org/officeDocument/2006/relationships/image" Target="../media/image41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0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39.jpeg"/><Relationship Id="rId9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jpeg"/><Relationship Id="rId13" Type="http://schemas.openxmlformats.org/officeDocument/2006/relationships/image" Target="../media/image48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4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jpeg"/><Relationship Id="rId11" Type="http://schemas.microsoft.com/office/2007/relationships/hdphoto" Target="../media/hdphoto6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46.png"/><Relationship Id="rId4" Type="http://schemas.openxmlformats.org/officeDocument/2006/relationships/image" Target="../media/image43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video game with a cartoon character">
            <a:extLst>
              <a:ext uri="{FF2B5EF4-FFF2-40B4-BE49-F238E27FC236}">
                <a16:creationId xmlns:a16="http://schemas.microsoft.com/office/drawing/2014/main" id="{D02AE8D6-918B-37BE-27D3-078298F39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553075" cy="5936105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640123" y="3231373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536532" y="257175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-28599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364105" y="296673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354006" y="894615"/>
            <a:ext cx="6378790" cy="7238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A 2D pixel-art roguelite adventure where bizarre comedy collides with creepy monsters and absurd challenges.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064330" y="4515822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7069" y="3893638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943" y="4515821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707925" y="3847669"/>
            <a:ext cx="459694" cy="7355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307ABC5-4BC9-01C9-26A5-9CC39046F59E}"/>
              </a:ext>
            </a:extLst>
          </p:cNvPr>
          <p:cNvSpPr txBox="1"/>
          <p:nvPr/>
        </p:nvSpPr>
        <p:spPr>
          <a:xfrm>
            <a:off x="1528997" y="1686831"/>
            <a:ext cx="6086006" cy="1663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trapped inside a demon-possessed horror ride.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cursed attraction packed with strange items, hidden secrets, captive celebrities, and absurd encounters.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Survive each procedural run and burn tickets to unlock new items, areas, and even more madness.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98240"/>
            <a:ext cx="9144000" cy="39243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487199" y="962531"/>
            <a:ext cx="3994860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 and roguelite tension — blending nostalgia, absurd humor, and high-stakes exploration.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Active, easy-to-grasp combat powered by creative item use.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36300" y="4157050"/>
            <a:ext cx="539354" cy="792187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943938" y="962531"/>
            <a:ext cx="3873094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cursed, procedural horror attraction with its own twisted logic and unpredictable surprises.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growing telenovela of bizarre characters, new realms, and ever-escalating insanity.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2304480" y="1021093"/>
            <a:ext cx="4804863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roguelite adventure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Audience: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13+/roguelite players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MonoGame/Proprietary engine</a:t>
            </a: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551888" y="3370513"/>
            <a:ext cx="501859" cy="6810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963E86-3304-C63F-E681-2BE5FC3034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09076" y="1428436"/>
            <a:ext cx="685800" cy="457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B32B4E-EF58-3837-BAD1-C038CB9BC7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7060492" y="447036"/>
            <a:ext cx="674432" cy="4572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325E361-DB9D-87B7-4A46-08C7E896D3B1}"/>
              </a:ext>
            </a:extLst>
          </p:cNvPr>
          <p:cNvSpPr txBox="1"/>
          <p:nvPr/>
        </p:nvSpPr>
        <p:spPr>
          <a:xfrm>
            <a:off x="1800693" y="4153366"/>
            <a:ext cx="5812435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Pixel art in 2D and 2.5D perspectives — side-view characters over isometric or angled backgrounds to enhance depth and scale.</a:t>
            </a:r>
          </a:p>
        </p:txBody>
      </p:sp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83344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attraction… and never came out. The park was deemed haunted and soon went bankrupt.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Many 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only son and heir.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79491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965" y="1042405"/>
            <a:ext cx="485514" cy="728272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0034" y="2141383"/>
            <a:ext cx="455170" cy="728272"/>
          </a:xfrm>
          <a:prstGeom prst="rect">
            <a:avLst/>
          </a:prstGeom>
        </p:spPr>
      </p:pic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8634" y="1066548"/>
            <a:ext cx="624580" cy="892256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466" y="3045216"/>
            <a:ext cx="1046610" cy="95146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975198" y="2372835"/>
            <a:ext cx="671452" cy="1298140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046182" y="902675"/>
            <a:ext cx="3675719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“Mysterious Mysteries” magazine with his twin sister.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 41, he still lives with his mom and sister Berta.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8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1" name="Google Shape;1000;p37">
            <a:extLst>
              <a:ext uri="{FF2B5EF4-FFF2-40B4-BE49-F238E27FC236}">
                <a16:creationId xmlns:a16="http://schemas.microsoft.com/office/drawing/2014/main" id="{621B3F80-D839-0F51-3D70-77CAAA9A2559}"/>
              </a:ext>
            </a:extLst>
          </p:cNvPr>
          <p:cNvSpPr txBox="1">
            <a:spLocks/>
          </p:cNvSpPr>
          <p:nvPr/>
        </p:nvSpPr>
        <p:spPr>
          <a:xfrm>
            <a:off x="1048053" y="2070650"/>
            <a:ext cx="3841447" cy="83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with her brother Edmund. At 41, still at home, avoiding both responsibility and fatigue.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5702124" y="902675"/>
            <a:ext cx="2994969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order—mostly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5679563" y="2202691"/>
            <a:ext cx="3083826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Devil’s only son and heir. His father died in an unfortunate gas leak while trying to roast a sinner.</a:t>
            </a: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a child he dreamed of having his own horror attraction—now he finally has one, and no one’s leaving.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046182" y="3024520"/>
            <a:ext cx="3579605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Designer of horror attractions. His masterpiece Remizione promised a journey through purgatory. On opening day, he and a group of celebrities entered the ride… and never came out.</a:t>
            </a:r>
          </a:p>
        </p:txBody>
      </p:sp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B83EB26-17A9-E978-1ED1-09AA5A8852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Anatomy of the Game</a:t>
            </a:r>
          </a:p>
        </p:txBody>
      </p:sp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915461" y="1601648"/>
            <a:ext cx="330557" cy="497465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7E5C9CEA-F308-13F2-B768-93B2E021E5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7900" y="1600012"/>
            <a:ext cx="335994" cy="49579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915148" y="1073686"/>
            <a:ext cx="1684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your twin and board the ride car</a:t>
            </a:r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CD2A2BC3-97C4-6062-C96D-195081CCD045}"/>
              </a:ext>
            </a:extLst>
          </p:cNvPr>
          <p:cNvSpPr/>
          <p:nvPr/>
        </p:nvSpPr>
        <p:spPr>
          <a:xfrm rot="10800000">
            <a:off x="1708036" y="1535350"/>
            <a:ext cx="119868" cy="63098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208941" y="2147847"/>
            <a:ext cx="1098800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Theme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Park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1228026" y="3215670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58649CA-4D01-D5EC-9EE2-9579DF4AF215}"/>
              </a:ext>
            </a:extLst>
          </p:cNvPr>
          <p:cNvSpPr txBox="1"/>
          <p:nvPr/>
        </p:nvSpPr>
        <p:spPr>
          <a:xfrm>
            <a:off x="639289" y="4148685"/>
            <a:ext cx="22673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Burn tickets to unlock new items, areas and gateways to the Under-Ride.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719114" y="2554796"/>
            <a:ext cx="108791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2EDB3A8-51ED-551F-C32B-3CB5707AE5C7}"/>
              </a:ext>
            </a:extLst>
          </p:cNvPr>
          <p:cNvSpPr/>
          <p:nvPr/>
        </p:nvSpPr>
        <p:spPr>
          <a:xfrm>
            <a:off x="2976551" y="2147847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Loading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Zone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265910" y="2255171"/>
            <a:ext cx="576026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3BBED3EF-1969-846C-D755-0D20CA165F71}"/>
              </a:ext>
            </a:extLst>
          </p:cNvPr>
          <p:cNvSpPr/>
          <p:nvPr/>
        </p:nvSpPr>
        <p:spPr>
          <a:xfrm>
            <a:off x="3516682" y="2571750"/>
            <a:ext cx="118556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194A65-A661-0BA4-4AEE-6670C54D551F}"/>
              </a:ext>
            </a:extLst>
          </p:cNvPr>
          <p:cNvSpPr txBox="1"/>
          <p:nvPr/>
        </p:nvSpPr>
        <p:spPr>
          <a:xfrm>
            <a:off x="2641646" y="2886087"/>
            <a:ext cx="19027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Meet NPCs and access secret areas.</a:t>
            </a: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573" y="3307627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5022634" y="2147847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 Ride</a:t>
            </a: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552C7965-B1D4-EB6B-B905-AFF17290F051}"/>
              </a:ext>
            </a:extLst>
          </p:cNvPr>
          <p:cNvSpPr/>
          <p:nvPr/>
        </p:nvSpPr>
        <p:spPr>
          <a:xfrm>
            <a:off x="4155154" y="2257301"/>
            <a:ext cx="751600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4" name="Picture 33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65D74D9-BA53-FDA9-D7B3-C0F90C45D6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04546" y="1459859"/>
            <a:ext cx="453946" cy="648493"/>
          </a:xfrm>
          <a:prstGeom prst="rect">
            <a:avLst/>
          </a:prstGeom>
        </p:spPr>
      </p:pic>
      <p:pic>
        <p:nvPicPr>
          <p:cNvPr id="35" name="Picture 3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9262E4AB-3BA8-3BA9-3D0F-33916C38B8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3457838" y="1420364"/>
            <a:ext cx="799938" cy="6722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5452222" y="1358868"/>
            <a:ext cx="24796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Offer coins to Saint Peregrine’s statue to open the way forward.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4648965" y="2886883"/>
            <a:ext cx="38628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Enter Mandinga’s own domain through hidden (unlockable) gateways: caves, dungeons, strange rooms and free captive celebrities.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A389E0FF-FD65-FEC6-FC2B-DE3E2CBAC623}"/>
              </a:ext>
            </a:extLst>
          </p:cNvPr>
          <p:cNvSpPr/>
          <p:nvPr/>
        </p:nvSpPr>
        <p:spPr>
          <a:xfrm>
            <a:off x="6927211" y="2141762"/>
            <a:ext cx="150805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Under-Ride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5880406" y="2281349"/>
            <a:ext cx="958494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153808B0-6BD4-AEB1-04F0-1C99683AC63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 flipH="1">
            <a:off x="7938797" y="1418537"/>
            <a:ext cx="494423" cy="922923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611068" y="1299813"/>
            <a:ext cx="4030762" cy="2232215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B6443F6-96A1-668F-0B3C-E9FF69AC9489}"/>
              </a:ext>
            </a:extLst>
          </p:cNvPr>
          <p:cNvSpPr txBox="1"/>
          <p:nvPr/>
        </p:nvSpPr>
        <p:spPr>
          <a:xfrm>
            <a:off x="4548478" y="3593273"/>
            <a:ext cx="2336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Dying means losing all accumulated tickets.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6478601" y="966587"/>
            <a:ext cx="2257678" cy="299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sz="105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Procedural Run</a:t>
            </a:r>
            <a:endParaRPr 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78843" y="3533599"/>
            <a:ext cx="435758" cy="290506"/>
          </a:xfrm>
          <a:prstGeom prst="rect">
            <a:avLst/>
          </a:prstGeom>
        </p:spPr>
      </p:pic>
      <p:pic>
        <p:nvPicPr>
          <p:cNvPr id="60" name="Picture 5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49BF274-106B-4CF0-8515-F7C7668D7CE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72029" y="3399971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4" name="Arrow: Bent 3">
            <a:extLst>
              <a:ext uri="{FF2B5EF4-FFF2-40B4-BE49-F238E27FC236}">
                <a16:creationId xmlns:a16="http://schemas.microsoft.com/office/drawing/2014/main" id="{990EE24B-C5C0-0DC7-02E9-70170F00DA3E}"/>
              </a:ext>
            </a:extLst>
          </p:cNvPr>
          <p:cNvSpPr/>
          <p:nvPr/>
        </p:nvSpPr>
        <p:spPr>
          <a:xfrm rot="10800000">
            <a:off x="4243468" y="3671900"/>
            <a:ext cx="2551591" cy="775254"/>
          </a:xfrm>
          <a:prstGeom prst="bentArrow">
            <a:avLst>
              <a:gd name="adj1" fmla="val 13363"/>
              <a:gd name="adj2" fmla="val 14604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6184EF-F341-0ED4-EA64-82A999D0EBE1}"/>
              </a:ext>
            </a:extLst>
          </p:cNvPr>
          <p:cNvSpPr txBox="1"/>
          <p:nvPr/>
        </p:nvSpPr>
        <p:spPr>
          <a:xfrm>
            <a:off x="2984711" y="4171839"/>
            <a:ext cx="1387652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Back to</a:t>
            </a:r>
          </a:p>
          <a:p>
            <a:pPr algn="ctr">
              <a:lnSpc>
                <a:spcPct val="150000"/>
              </a:lnSpc>
            </a:pPr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Theme Park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5299F4-6182-4B4D-7ECC-36A2C40FFA84}"/>
              </a:ext>
            </a:extLst>
          </p:cNvPr>
          <p:cNvSpPr txBox="1"/>
          <p:nvPr/>
        </p:nvSpPr>
        <p:spPr>
          <a:xfrm>
            <a:off x="6884896" y="3613487"/>
            <a:ext cx="18192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Save is disabled during runs.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196121" y="2759512"/>
            <a:ext cx="143805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Percival's C64</a:t>
            </a:r>
          </a:p>
        </p:txBody>
      </p:sp>
      <p:pic>
        <p:nvPicPr>
          <p:cNvPr id="8" name="Picture 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27DB5D3-DC03-84C0-6ACE-F8363CC5F60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1152718">
            <a:off x="1216470" y="3110319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2" name="Picture 11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FE30F52E-2163-0C02-084F-F9C225EB415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7823" y="1117412"/>
            <a:ext cx="545063" cy="4502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71E629F-0182-F3F7-84BD-DCC9334D4400}"/>
              </a:ext>
            </a:extLst>
          </p:cNvPr>
          <p:cNvSpPr txBox="1"/>
          <p:nvPr/>
        </p:nvSpPr>
        <p:spPr>
          <a:xfrm>
            <a:off x="4499365" y="4469908"/>
            <a:ext cx="22588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Inventory resets at the end of each run.</a:t>
            </a:r>
          </a:p>
        </p:txBody>
      </p:sp>
      <p:pic>
        <p:nvPicPr>
          <p:cNvPr id="13" name="Picture 12" descr="A pixelated character holding a stick&#10;&#10;AI-generated content may be incorrect.">
            <a:extLst>
              <a:ext uri="{FF2B5EF4-FFF2-40B4-BE49-F238E27FC236}">
                <a16:creationId xmlns:a16="http://schemas.microsoft.com/office/drawing/2014/main" id="{26B23D96-1EE3-3EAD-B6AB-1C0DF306AA4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flipH="1">
            <a:off x="4265349" y="745065"/>
            <a:ext cx="641405" cy="992046"/>
          </a:xfrm>
          <a:prstGeom prst="rect">
            <a:avLst/>
          </a:prstGeom>
        </p:spPr>
      </p:pic>
      <p:pic>
        <p:nvPicPr>
          <p:cNvPr id="15" name="Picture 14" descr="A pixelated coin with a black background&#10;&#10;AI-generated content may be incorrect.">
            <a:extLst>
              <a:ext uri="{FF2B5EF4-FFF2-40B4-BE49-F238E27FC236}">
                <a16:creationId xmlns:a16="http://schemas.microsoft.com/office/drawing/2014/main" id="{A6AEBFDF-6CAE-54FC-8B0C-AA1CAE0B6C8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157810" y="1447566"/>
            <a:ext cx="282195" cy="282195"/>
          </a:xfrm>
          <a:prstGeom prst="rect">
            <a:avLst/>
          </a:prstGeom>
        </p:spPr>
      </p:pic>
      <p:pic>
        <p:nvPicPr>
          <p:cNvPr id="20" name="Picture 1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4021958B-03FA-8C26-8E8B-AD07CD79C84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77781" y="1328082"/>
            <a:ext cx="373608" cy="271930"/>
          </a:xfrm>
          <a:prstGeom prst="rect">
            <a:avLst/>
          </a:prstGeom>
          <a:effectLst/>
        </p:spPr>
      </p:pic>
      <p:sp>
        <p:nvSpPr>
          <p:cNvPr id="9" name="Arrow: Down 8">
            <a:extLst>
              <a:ext uri="{FF2B5EF4-FFF2-40B4-BE49-F238E27FC236}">
                <a16:creationId xmlns:a16="http://schemas.microsoft.com/office/drawing/2014/main" id="{5AEC1187-DF3E-BEF2-5BB8-2C6C472A7112}"/>
              </a:ext>
            </a:extLst>
          </p:cNvPr>
          <p:cNvSpPr/>
          <p:nvPr/>
        </p:nvSpPr>
        <p:spPr>
          <a:xfrm>
            <a:off x="7654793" y="2598208"/>
            <a:ext cx="118556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F3AB66BA-2CB4-B6B8-8B8F-E1F50EFA80CF}"/>
              </a:ext>
            </a:extLst>
          </p:cNvPr>
          <p:cNvSpPr/>
          <p:nvPr/>
        </p:nvSpPr>
        <p:spPr>
          <a:xfrm rot="10800000">
            <a:off x="5698292" y="1812809"/>
            <a:ext cx="110171" cy="36163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43165" y="1271698"/>
            <a:ext cx="322883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junk you can equip to whack, shoot, or do something questionably effective.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43165" y="32897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408075" y="2280748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2716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10" y="1510263"/>
            <a:ext cx="492624" cy="49262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4991" y="2467247"/>
            <a:ext cx="443462" cy="44346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991" y="3393585"/>
            <a:ext cx="550853" cy="550853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92991" y="1493369"/>
            <a:ext cx="538094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43165" y="2280748"/>
            <a:ext cx="3228835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contraptions for odd jobs — 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3989" y="2444390"/>
            <a:ext cx="489176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568346" y="716578"/>
            <a:ext cx="60073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Collect and adapt with whatever bizarre items you find along the way.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4B81AC-11CE-2BE3-6F5F-6B57A8A8BB43}"/>
              </a:ext>
            </a:extLst>
          </p:cNvPr>
          <p:cNvSpPr txBox="1"/>
          <p:nvPr/>
        </p:nvSpPr>
        <p:spPr>
          <a:xfrm>
            <a:off x="2092064" y="4475568"/>
            <a:ext cx="49598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Inventory capacity expands as you progress and unlock upgrades.</a:t>
            </a:r>
          </a:p>
        </p:txBody>
      </p:sp>
      <p:pic>
        <p:nvPicPr>
          <p:cNvPr id="13" name="Picture 12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2BD38C97-A01D-E2D2-E3F0-612A6544C5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188311" y="3393585"/>
            <a:ext cx="762607" cy="894163"/>
          </a:xfrm>
          <a:prstGeom prst="rect">
            <a:avLst/>
          </a:prstGeom>
        </p:spPr>
      </p:pic>
      <p:pic>
        <p:nvPicPr>
          <p:cNvPr id="14" name="Picture 13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784E6801-EB8F-12D5-8FBD-96C419F43D8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7263077" y="3521083"/>
            <a:ext cx="762607" cy="89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E2623066-AB55-04B1-23E5-A298DB957DC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6542638"/>
              </p:ext>
            </p:extLst>
          </p:nvPr>
        </p:nvGraphicFramePr>
        <p:xfrm>
          <a:off x="-390735" y="248705"/>
          <a:ext cx="9988030" cy="561826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-390735" y="248705"/>
                        <a:ext cx="9988030" cy="561826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152398ED-DA4C-9EEF-D76C-0F47FA3AFE6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402047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Built on our proven MonoGame/C#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engine, fully optimized for PC &amp;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core gameplay loop including procedural generation, basic combat, and our custom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0" name="Picture 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AE43CDBC-F02F-38AD-2DE1-3D949F93AE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30924" y="3575166"/>
            <a:ext cx="12573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53539" y="1030831"/>
            <a:ext cx="3671123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Creation of creatures, bosses, hundreds of items, narrative events and Under-Ride stages.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 – soundtrack &amp; SFX production.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0089" y="1029694"/>
            <a:ext cx="3750372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(External)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to be handled by an external partner or publisher.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289154" y="274276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71693FFB-ADE4-3EBC-B6CD-5BB70BBBA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02526" y="4316743"/>
            <a:ext cx="914400" cy="514350"/>
          </a:xfrm>
          <a:prstGeom prst="rect">
            <a:avLst/>
          </a:prstGeom>
        </p:spPr>
      </p:pic>
      <p:pic>
        <p:nvPicPr>
          <p:cNvPr id="8" name="Picture 7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A08857F8-BD63-FA8D-214F-E2427BEA4AC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 flipH="1">
            <a:off x="6288373" y="4049899"/>
            <a:ext cx="839449" cy="425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067096" y="914518"/>
            <a:ext cx="545951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 Lead Designers Programmer, Narrative Writer, Background Artist, 2D Animator, Composer.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1000;p37">
            <a:extLst>
              <a:ext uri="{FF2B5EF4-FFF2-40B4-BE49-F238E27FC236}">
                <a16:creationId xmlns:a16="http://schemas.microsoft.com/office/drawing/2014/main" id="{0EA81D93-A2BF-0832-935F-0A717E36252A}"/>
              </a:ext>
            </a:extLst>
          </p:cNvPr>
          <p:cNvSpPr txBox="1">
            <a:spLocks/>
          </p:cNvSpPr>
          <p:nvPr/>
        </p:nvSpPr>
        <p:spPr>
          <a:xfrm>
            <a:off x="1044126" y="2296901"/>
            <a:ext cx="750545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</a:t>
            </a:r>
            <a:b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richly handcrafted adventure featuring around a dozen unique bosses, several dozen creatures, hundreds of items, and multiple Under-Ride biomes, story arcs, and captive celebrities — all procedurally assembled to ensure strong replayability (20–30 hours) and scalable content production.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B2E0ECE-E3C6-0307-BDD0-041A9A6115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Future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1703814" y="981005"/>
            <a:ext cx="5826313" cy="1774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architecture and Under-Ride structure allow the game to expand indefinitely.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New biomes, enemies, characters, items, and story arcs can be added as post-launch content or DLCs.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2" name="Picture 1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B57A6D10-C620-52BE-600A-C9F16DF70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615" y="3729147"/>
            <a:ext cx="2862470" cy="11131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D859C4-8368-588E-720E-A72CF71FE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782" y="981005"/>
            <a:ext cx="685800" cy="457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23DAE3-A901-AEAA-51E2-3DCFB64C8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7053896" y="330179"/>
            <a:ext cx="77097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35617" y="1026191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36634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3504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241490" y="1946241"/>
            <a:ext cx="2288116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Thanks!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57503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160437" y="15397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7317661" y="685417"/>
            <a:ext cx="741416" cy="9851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6228283" y="131739"/>
            <a:ext cx="2755280" cy="5536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4440</TotalTime>
  <Words>1002</Words>
  <Application>Microsoft Office PowerPoint</Application>
  <PresentationFormat>On-screen Show (16:9)</PresentationFormat>
  <Paragraphs>145</Paragraphs>
  <Slides>15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Maven Pro</vt:lpstr>
      <vt:lpstr>Press Start 2P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891</cp:revision>
  <dcterms:modified xsi:type="dcterms:W3CDTF">2025-10-21T21:01:38Z</dcterms:modified>
</cp:coreProperties>
</file>