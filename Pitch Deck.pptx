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6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43" r:id="rId14"/>
    <p:sldId id="321" r:id="rId15"/>
  </p:sldIdLst>
  <p:sldSz cx="9144000" cy="5143500" type="screen16x9"/>
  <p:notesSz cx="6858000" cy="9144000"/>
  <p:embeddedFontLst>
    <p:embeddedFont>
      <p:font typeface="Maven Pro" panose="020B0604020202020204" charset="0"/>
      <p:regular r:id="rId17"/>
      <p:bold r:id="rId18"/>
    </p:embeddedFont>
    <p:embeddedFont>
      <p:font typeface="Press Start 2P" panose="00000500000000000000" pitchFamily="2" charset="0"/>
      <p:regular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FF2121"/>
    <a:srgbClr val="800000"/>
    <a:srgbClr val="8F4D57"/>
    <a:srgbClr val="52333F"/>
    <a:srgbClr val="3B7D4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9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7.jpeg"/><Relationship Id="rId7" Type="http://schemas.openxmlformats.org/officeDocument/2006/relationships/image" Target="../media/image30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28.jpe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5.png"/><Relationship Id="rId4" Type="http://schemas.openxmlformats.org/officeDocument/2006/relationships/image" Target="../media/image32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15083" y="888489"/>
            <a:ext cx="651383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 as two lazy journalists facing a demon-possessed horror ride, where every procedural run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filled with strange items, hidden secrets, captive celebrities, and absurd encounters. Survive the run and use your tickets to unlock upgrades, new areas, and even more madness.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Endless loops of exploration, combat, and progression in a grotesque, bizarre addictive world.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84634" y="1032341"/>
            <a:ext cx="381382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tension—a mix of nostalgia, absurd humor, and unforgiving stakes.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03464" y="1032341"/>
            <a:ext cx="413552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cursed horror ride with its own twisted logic.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Beyond its roguelite loop, the story grows into a twisted telenovela with new characters, fresh items, quests, new places and surprises.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own son.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137" y="2070650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1761" y="1042405"/>
            <a:ext cx="698961" cy="998514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505" y="2949967"/>
            <a:ext cx="988743" cy="8988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15201" y="2130577"/>
            <a:ext cx="735521" cy="1422008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6181" y="1958235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responsibility and fatigue alike.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line...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702124" y="2070650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Son of the Devil.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child, Mandinga dreamed of having his own attraction—but his parents said no. Now he finally has one, and he’s not letting anyone leave.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3" y="2954534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latest masterpiece, Remizione, promised visitors a journey through purgatory itself.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Percival and a group of celebrity guests entered the ride...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649099" y="19333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408365" y="4140275"/>
            <a:ext cx="26993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here to unlock new items, NPCs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649099" y="2563205"/>
            <a:ext cx="216259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442356" y="2255171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462278" y="2563206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119603" y="2842018"/>
            <a:ext cx="24578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 static pre-ride area where new NPCs and cool places appear as you progress.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4850290" y="2148551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316095" y="2269322"/>
            <a:ext cx="28807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232230" y="1424119"/>
            <a:ext cx="239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Hunt for the magnetic card to unlock the next ride stage.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68D4D4AA-8C57-37AC-AD0A-33A42CE4828E}"/>
              </a:ext>
            </a:extLst>
          </p:cNvPr>
          <p:cNvSpPr/>
          <p:nvPr/>
        </p:nvSpPr>
        <p:spPr>
          <a:xfrm rot="10800000">
            <a:off x="5324913" y="1947779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9059070F-FD41-928E-4523-444A62E7C665}"/>
              </a:ext>
            </a:extLst>
          </p:cNvPr>
          <p:cNvSpPr/>
          <p:nvPr/>
        </p:nvSpPr>
        <p:spPr>
          <a:xfrm>
            <a:off x="7352708" y="25385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15891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706814" y="2147847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181226" y="2278265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795752" y="1436795"/>
            <a:ext cx="464478" cy="867025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67208" y="1324535"/>
            <a:ext cx="393435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625792" y="3663391"/>
            <a:ext cx="37950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Permadeath: </a:t>
            </a: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here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5567188" y="993370"/>
            <a:ext cx="20272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</a:t>
            </a:r>
            <a:endParaRPr lang="en-US" dirty="0">
              <a:solidFill>
                <a:srgbClr val="AB5130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1726" y="380453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343" y="3545577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2" name="Picture 61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C7E42A3F-8DF9-03BB-2BB4-1CD2543590A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21369" y="1535351"/>
            <a:ext cx="283521" cy="22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059633" y="977365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059633" y="298356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508415" y="1977704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977365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315" y="1010087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5767" y="199203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036" y="2937848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5218" y="987579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059633" y="1991683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218" y="198791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203302"/>
              </p:ext>
            </p:extLst>
          </p:nvPr>
        </p:nvGraphicFramePr>
        <p:xfrm>
          <a:off x="-285805" y="80682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285805" y="80682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75037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Production of creatures, bosses, hundreds of items, narrative events, places, and Under-Ride stages.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90" y="1029694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20–30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3853</TotalTime>
  <Words>966</Words>
  <Application>Microsoft Office PowerPoint</Application>
  <PresentationFormat>On-screen Show (16:9)</PresentationFormat>
  <Paragraphs>136</Paragraphs>
  <Slides>14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787</cp:revision>
  <dcterms:modified xsi:type="dcterms:W3CDTF">2025-10-15T19:11:39Z</dcterms:modified>
</cp:coreProperties>
</file>